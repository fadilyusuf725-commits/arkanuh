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7CEFA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1371600"/>
            <a:ext cx="5486400" cy="2400300"/>
          </a:xfrm>
          <a:prstGeom prst="rect">
            <a:avLst/>
          </a:prstGeom>
          <a:solidFill>
            <a:srgbClr val="000000"/>
          </a:solidFill>
          <a:ln w="38100">
            <a:solidFill>
              <a:srgbClr val="C8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6459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KISAH NABI NUH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8346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64"/>
                </a:solidFill>
              </a:defRPr>
            </a:pPr>
            <a:r>
              <a:t>Media Pembelajaran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8FF"/>
          </a:solidFill>
          <a:ln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91970"/>
                </a:solidFill>
              </a:defRPr>
            </a:pPr>
            <a:r>
              <a:t>Nabi Nuh dan Kaumnya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868680"/>
            <a:ext cx="8229600" cy="0"/>
          </a:xfrm>
          <a:prstGeom prst="line">
            <a:avLst/>
          </a:prstGeom>
          <a:ln w="25400">
            <a:solidFill>
              <a:srgbClr val="4682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F4F4F"/>
                </a:solidFill>
              </a:defRPr>
            </a:pPr>
            <a:r>
              <a:t>Pada zaman dahulu, hiduplah seorang nabi yang bernama Nuh. Beliau tinggal di negeri Babilonia. Nabi Nuh adalah hamba Allah yang saleh dan baik hati.</a:t>
            </a:r>
            <a:br/>
            <a:br/>
            <a:r>
              <a:t>Kaum Nabi Nuh tidak menyembah Allah. Mereka menyembah patung-patung.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778899"/>
                </a:solidFill>
              </a:defRPr>
            </a:pPr>
            <a:r>
              <a:t>🎨 3D Model: ac1160db-5473-4df9-9d05-98bce22955e3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097280"/>
            <a:ext cx="27432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228600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B0B0B0"/>
                </a:solidFill>
              </a:defRPr>
            </a:pPr>
            <a:r>
              <a:t>[Illustration]</a:t>
            </a:r>
            <a:br/>
            <a:br/>
            <a:r>
              <a:t>Gambar akan</a:t>
            </a:r>
            <a:br/>
            <a:r>
              <a:t>ditambahkan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8FF"/>
          </a:solidFill>
          <a:ln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91970"/>
                </a:solidFill>
              </a:defRPr>
            </a:pPr>
            <a:r>
              <a:t>Dakwah Nabi Nuh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868680"/>
            <a:ext cx="8229600" cy="0"/>
          </a:xfrm>
          <a:prstGeom prst="line">
            <a:avLst/>
          </a:prstGeom>
          <a:ln w="25400">
            <a:solidFill>
              <a:srgbClr val="4682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F4F4F"/>
                </a:solidFill>
              </a:defRPr>
            </a:pPr>
            <a:r>
              <a:t>Nabi Nuh sedih melihat kaumnya yang sesat. Beliau ingin mengajak mereka kembali menyembah Allah. Dengan sabar, Nabi Nuh mulai berdakwah.</a:t>
            </a:r>
            <a:br/>
            <a:br/>
            <a:r>
              <a:t>Nabi Nuh berkata, 'Wahai kaumku, sembahlah Allah. Tidak ada Tuhan selain Dia.'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778899"/>
                </a:solidFill>
              </a:defRPr>
            </a:pPr>
            <a:r>
              <a:t>🎨 3D Model: 13a00c36-367b-4371-8740-b1d8bc5390b2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097280"/>
            <a:ext cx="27432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228600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B0B0B0"/>
                </a:solidFill>
              </a:defRPr>
            </a:pPr>
            <a:r>
              <a:t>[Illustration]</a:t>
            </a:r>
            <a:br/>
            <a:br/>
            <a:r>
              <a:t>Gambar akan</a:t>
            </a:r>
            <a:br/>
            <a:r>
              <a:t>ditambahkan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8FF"/>
          </a:solidFill>
          <a:ln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91970"/>
                </a:solidFill>
              </a:defRPr>
            </a:pPr>
            <a:r>
              <a:t>Penolakan Kaum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868680"/>
            <a:ext cx="8229600" cy="0"/>
          </a:xfrm>
          <a:prstGeom prst="line">
            <a:avLst/>
          </a:prstGeom>
          <a:ln w="25400">
            <a:solidFill>
              <a:srgbClr val="4682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F4F4F"/>
                </a:solidFill>
              </a:defRPr>
            </a:pPr>
            <a:r>
              <a:t>Kaum Nabi Nuh menolak ajakan beliau. Mereka berkata, 'Wahai Nuh, kamu hanya manusia biasa seperti kami!'</a:t>
            </a:r>
            <a:br/>
            <a:br/>
            <a:r>
              <a:t>Mereka menertawakan Nabi Nuh. Nabi Nuh berdakwah selama 950 tahun lamanya!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778899"/>
                </a:solidFill>
              </a:defRPr>
            </a:pPr>
            <a:r>
              <a:t>🎨 3D Model: 72294589-9b8c-4554-9bf7-c6ea880c9360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097280"/>
            <a:ext cx="27432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228600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B0B0B0"/>
                </a:solidFill>
              </a:defRPr>
            </a:pPr>
            <a:r>
              <a:t>[Illustration]</a:t>
            </a:r>
            <a:br/>
            <a:br/>
            <a:r>
              <a:t>Gambar akan</a:t>
            </a:r>
            <a:br/>
            <a:r>
              <a:t>ditambahkan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8FF"/>
          </a:solidFill>
          <a:ln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91970"/>
                </a:solidFill>
              </a:defRPr>
            </a:pPr>
            <a:r>
              <a:t>Sikap Sombong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868680"/>
            <a:ext cx="8229600" cy="0"/>
          </a:xfrm>
          <a:prstGeom prst="line">
            <a:avLst/>
          </a:prstGeom>
          <a:ln w="25400">
            <a:solidFill>
              <a:srgbClr val="4682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F4F4F"/>
                </a:solidFill>
              </a:defRPr>
            </a:pPr>
            <a:r>
              <a:t>Kaum Nabi Nuh semakin sombong. Mereka berkata, 'Jika kamu benar, datangkanlah azab!'</a:t>
            </a:r>
            <a:br/>
            <a:br/>
            <a:r>
              <a:t>Mereka menganggap pengikut Nabi Nuh hanyalah orang-orang miskin dan hina.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778899"/>
                </a:solidFill>
              </a:defRPr>
            </a:pPr>
            <a:r>
              <a:t>🎨 3D Model: 716b3922-1112-4456-941d-dad7f25b495e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097280"/>
            <a:ext cx="27432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228600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B0B0B0"/>
                </a:solidFill>
              </a:defRPr>
            </a:pPr>
            <a:r>
              <a:t>[Illustration]</a:t>
            </a:r>
            <a:br/>
            <a:br/>
            <a:r>
              <a:t>Gambar akan</a:t>
            </a:r>
            <a:br/>
            <a:r>
              <a:t>ditambahkan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8FF"/>
          </a:solidFill>
          <a:ln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91970"/>
                </a:solidFill>
              </a:defRPr>
            </a:pPr>
            <a:r>
              <a:t>Pengikut Setia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868680"/>
            <a:ext cx="8229600" cy="0"/>
          </a:xfrm>
          <a:prstGeom prst="line">
            <a:avLst/>
          </a:prstGeom>
          <a:ln w="25400">
            <a:solidFill>
              <a:srgbClr val="4682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F4F4F"/>
                </a:solidFill>
              </a:defRPr>
            </a:pPr>
            <a:r>
              <a:t>Hanya sedikit orang yang mau beriman kepada Nabi Nuh. Mereka adalah orang-orang yang rendah hati.</a:t>
            </a:r>
            <a:br/>
            <a:br/>
            <a:r>
              <a:t>Mereka percaya bahwa Nabi Nuh adalah utusan Allah. Nabi Nuh sangat bersyukur memiliki pengikut yang setia.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778899"/>
                </a:solidFill>
              </a:defRPr>
            </a:pPr>
            <a:r>
              <a:t>🎨 3D Model: 081f023b-8053-4c46-b240-db0462e4d637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097280"/>
            <a:ext cx="27432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228600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B0B0B0"/>
                </a:solidFill>
              </a:defRPr>
            </a:pPr>
            <a:r>
              <a:t>[Illustration]</a:t>
            </a:r>
            <a:br/>
            <a:br/>
            <a:r>
              <a:t>Gambar akan</a:t>
            </a:r>
            <a:br/>
            <a:r>
              <a:t>ditambahkan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8FF"/>
          </a:solidFill>
          <a:ln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91970"/>
                </a:solidFill>
              </a:defRPr>
            </a:pPr>
            <a:r>
              <a:t>Perintah Membuat Kapal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868680"/>
            <a:ext cx="8229600" cy="0"/>
          </a:xfrm>
          <a:prstGeom prst="line">
            <a:avLst/>
          </a:prstGeom>
          <a:ln w="25400">
            <a:solidFill>
              <a:srgbClr val="4682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F4F4F"/>
                </a:solidFill>
              </a:defRPr>
            </a:pPr>
            <a:r>
              <a:t>Nabi Nuh berdoa kepada Allah, 'Ya Tuhanku, jangan biarkan seorang pun kafir tinggal di bumi.'</a:t>
            </a:r>
            <a:br/>
            <a:br/>
            <a:r>
              <a:t>Allah mengabulkan doa Nabi Nuh. Allah memerintahkan Nabi Nuh membuat kapal yang besar. Padahal tempat tinggalnya jauh dari laut!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778899"/>
                </a:solidFill>
              </a:defRPr>
            </a:pPr>
            <a:r>
              <a:t>🎨 3D Model: 228e64d9-651b-453d-b626-4e3864e069b1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097280"/>
            <a:ext cx="27432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228600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B0B0B0"/>
                </a:solidFill>
              </a:defRPr>
            </a:pPr>
            <a:r>
              <a:t>[Illustration]</a:t>
            </a:r>
            <a:br/>
            <a:br/>
            <a:r>
              <a:t>Gambar akan</a:t>
            </a:r>
            <a:br/>
            <a:r>
              <a:t>ditambahkan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8FF"/>
          </a:solidFill>
          <a:ln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91970"/>
                </a:solidFill>
              </a:defRPr>
            </a:pPr>
            <a:r>
              <a:t>Kapal Selesai Dibangun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868680"/>
            <a:ext cx="8229600" cy="0"/>
          </a:xfrm>
          <a:prstGeom prst="line">
            <a:avLst/>
          </a:prstGeom>
          <a:ln w="25400">
            <a:solidFill>
              <a:srgbClr val="4682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F4F4F"/>
                </a:solidFill>
              </a:defRPr>
            </a:pPr>
            <a:r>
              <a:t>Nabi Nuh dan pengikutnya membuat kapal besar dengan kerja keras.</a:t>
            </a:r>
            <a:br/>
            <a:br/>
            <a:r>
              <a:t>Kaum kafir tertawa mengejek, 'Hai Nuh! Mengapa membuat kapal di padang pasir?'</a:t>
            </a:r>
            <a:br/>
            <a:br/>
            <a:r>
              <a:t>Nabi Nuh menjawab, 'Kalian boleh mengejek sekarang. Kelak akan tahu siapa yang benar.'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778899"/>
                </a:solidFill>
              </a:defRPr>
            </a:pPr>
            <a:r>
              <a:t>🎨 3D Model: 2bd377ae-fbd0-4ca4-9006-ece3d2ec772c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097280"/>
            <a:ext cx="27432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228600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B0B0B0"/>
                </a:solidFill>
              </a:defRPr>
            </a:pPr>
            <a:r>
              <a:t>[Illustration]</a:t>
            </a:r>
            <a:br/>
            <a:br/>
            <a:r>
              <a:t>Gambar akan</a:t>
            </a:r>
            <a:br/>
            <a:r>
              <a:t>ditambahkan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8FF"/>
          </a:solidFill>
          <a:ln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91970"/>
                </a:solidFill>
              </a:defRPr>
            </a:pPr>
            <a:r>
              <a:t>Banjir Besar Datang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868680"/>
            <a:ext cx="8229600" cy="0"/>
          </a:xfrm>
          <a:prstGeom prst="line">
            <a:avLst/>
          </a:prstGeom>
          <a:ln w="25400">
            <a:solidFill>
              <a:srgbClr val="4682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F4F4F"/>
                </a:solidFill>
              </a:defRPr>
            </a:pPr>
            <a:r>
              <a:t>Tiba-tiba datang tanda azab dari Allah. Air memancar dari dalam tanah dengan deras.</a:t>
            </a:r>
            <a:br/>
            <a:br/>
            <a:r>
              <a:t>Langit gelap. Hujan belum pernah terjadi sebelumnya. Air naik ke mana-mana.</a:t>
            </a:r>
            <a:br/>
            <a:br/>
            <a:r>
              <a:t>Nabi Nuh memerintahkan pengikutnya naik kapal bersama hewan-hewan sepasang.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778899"/>
                </a:solidFill>
              </a:defRPr>
            </a:pPr>
            <a:r>
              <a:t>🎨 3D Model: 6f41fe0b-7cce-40d8-8b72-93d4b01264e0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097280"/>
            <a:ext cx="27432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228600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B0B0B0"/>
                </a:solidFill>
              </a:defRPr>
            </a:pPr>
            <a:r>
              <a:t>[Illustration]</a:t>
            </a:r>
            <a:br/>
            <a:br/>
            <a:r>
              <a:t>Gambar akan</a:t>
            </a:r>
            <a:br/>
            <a:r>
              <a:t>ditambahkan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8FF"/>
          </a:solidFill>
          <a:ln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91970"/>
                </a:solidFill>
              </a:defRPr>
            </a:pPr>
            <a:r>
              <a:t>Penolakan Kan'an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868680"/>
            <a:ext cx="8229600" cy="0"/>
          </a:xfrm>
          <a:prstGeom prst="line">
            <a:avLst/>
          </a:prstGeom>
          <a:ln w="25400">
            <a:solidFill>
              <a:srgbClr val="4682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F4F4F"/>
                </a:solidFill>
              </a:defRPr>
            </a:pPr>
            <a:r>
              <a:t>Nabi Nuh memanggil putranya Kan'an. 'Wahai anakku, naiklah ke kapal!'</a:t>
            </a:r>
            <a:br/>
            <a:br/>
            <a:r>
              <a:t>Kan'an menolak, 'Aku akan ke gunung tinggi. Gunung itu melindungiku.'</a:t>
            </a:r>
            <a:br/>
            <a:br/>
            <a:r>
              <a:t>Nahi Nuh sedih. Anaknya tetap menolak. Sangat sedih hati beliau.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778899"/>
                </a:solidFill>
              </a:defRPr>
            </a:pPr>
            <a:r>
              <a:t>🎨 3D Model: 941a73af-5d63-4312-b1cb-23994ba41cc6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097280"/>
            <a:ext cx="27432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228600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B0B0B0"/>
                </a:solidFill>
              </a:defRPr>
            </a:pPr>
            <a:r>
              <a:t>[Illustration]</a:t>
            </a:r>
            <a:br/>
            <a:br/>
            <a:r>
              <a:t>Gambar akan</a:t>
            </a:r>
            <a:br/>
            <a:r>
              <a:t>ditambahkan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8FF"/>
          </a:solidFill>
          <a:ln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91970"/>
                </a:solidFill>
              </a:defRPr>
            </a:pPr>
            <a:r>
              <a:t>Semua Tenggelam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868680"/>
            <a:ext cx="8229600" cy="0"/>
          </a:xfrm>
          <a:prstGeom prst="line">
            <a:avLst/>
          </a:prstGeom>
          <a:ln w="25400">
            <a:solidFill>
              <a:srgbClr val="4682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F4F4F"/>
                </a:solidFill>
              </a:defRPr>
            </a:pPr>
            <a:r>
              <a:t>Air semakin naik. Daratan tenggelam. Orang kafir berlari ke gunung tapi air terus naik.</a:t>
            </a:r>
            <a:br/>
            <a:br/>
            <a:r>
              <a:t>Gunung pun tenggelam. Kan'an tenggelam bersama orang kafir.</a:t>
            </a:r>
            <a:br/>
            <a:br/>
            <a:r>
              <a:t>Kapal Nabi Nuh terapung selamat. Semua berdoa kepada Allah.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778899"/>
                </a:solidFill>
              </a:defRPr>
            </a:pPr>
            <a:r>
              <a:t>🎨 3D Model: b5d24a9f-55a9-4931-b774-fead65d02b10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097280"/>
            <a:ext cx="27432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228600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B0B0B0"/>
                </a:solidFill>
              </a:defRPr>
            </a:pPr>
            <a:r>
              <a:t>[Illustration]</a:t>
            </a:r>
            <a:br/>
            <a:br/>
            <a:r>
              <a:t>Gambar akan</a:t>
            </a:r>
            <a:br/>
            <a:r>
              <a:t>ditambahkan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7CEFA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1371600"/>
            <a:ext cx="5486400" cy="2400300"/>
          </a:xfrm>
          <a:prstGeom prst="rect">
            <a:avLst/>
          </a:prstGeom>
          <a:solidFill>
            <a:srgbClr val="000000"/>
          </a:solidFill>
          <a:ln w="38100">
            <a:solidFill>
              <a:srgbClr val="C8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6459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Terima Kasih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8346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64"/>
                </a:solidFill>
              </a:defRPr>
            </a:pPr>
            <a:r>
              <a:t>Selamat Belajar!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