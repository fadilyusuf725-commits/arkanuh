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65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D7A6"/>
    <a:srgbClr val="DAB97B"/>
    <a:srgbClr val="D4B77A"/>
    <a:srgbClr val="996633"/>
    <a:srgbClr val="BE985A"/>
    <a:srgbClr val="5A634E"/>
    <a:srgbClr val="58B4B4"/>
    <a:srgbClr val="648186"/>
    <a:srgbClr val="314D56"/>
    <a:srgbClr val="CFAB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668" autoAdjust="0"/>
    <p:restoredTop sz="94660"/>
  </p:normalViewPr>
  <p:slideViewPr>
    <p:cSldViewPr snapToGrid="0">
      <p:cViewPr varScale="1">
        <p:scale>
          <a:sx n="63" d="100"/>
          <a:sy n="63" d="100"/>
        </p:scale>
        <p:origin x="62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00E50-BD6A-D376-1744-FD54B6572E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319D72-1F4B-D66C-27C2-184A6632A7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E8FAC-1A2B-EA0D-1F08-D56637FE2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C6C9B-4B05-428D-AF9B-C933C5ED647B}" type="datetimeFigureOut">
              <a:rPr lang="en-ID" smtClean="0"/>
              <a:t>05/03/2026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C8164-662E-0131-D2DC-3A9ED8C97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07174-9410-D2E6-DF4E-1B5D44C90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BE032-40E4-4351-BDDC-781A2F672FA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18989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21D57-D59C-0D53-638C-AE171E437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D1B5B-09D7-2750-1783-F4B269772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B60A02-776D-84B6-3789-79C051CA8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C6C9B-4B05-428D-AF9B-C933C5ED647B}" type="datetimeFigureOut">
              <a:rPr lang="en-ID" smtClean="0"/>
              <a:t>05/03/2026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13151-0202-DF48-B33A-0CE528236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0944A-1FB1-E548-F236-580E8EF07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BE032-40E4-4351-BDDC-781A2F672FA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68596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2AC01-6FC7-F949-A93A-C18CD03E3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1CFE6-3616-A2EB-6765-67D35C19E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EA730-8CD1-8787-E9FC-0DB8A6405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C6C9B-4B05-428D-AF9B-C933C5ED647B}" type="datetimeFigureOut">
              <a:rPr lang="en-ID" smtClean="0"/>
              <a:t>05/03/2026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746CC-FCA2-18C4-EC8A-6CDD6EA34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D5B06-575E-9F68-5F33-1272D850A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BE032-40E4-4351-BDDC-781A2F672FA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107725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56AFC-CEB2-1023-B2FB-A12AB127F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70E56-2386-5465-7BC5-3D4B7D352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823E61-963A-F0DC-199B-CD19E11F8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0CD7C-B16A-E05E-AA02-C705B6778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C6C9B-4B05-428D-AF9B-C933C5ED647B}" type="datetimeFigureOut">
              <a:rPr lang="en-ID" smtClean="0"/>
              <a:t>05/03/2026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DB645-4FCD-325C-EF03-2E07431FA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B9BFB-2155-BB03-EE0E-EACDDF00B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BE032-40E4-4351-BDDC-781A2F672FA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20405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F05DB-9823-62FE-0D93-232DD1F6B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F1662-6E8E-BDAC-A135-65A86E0F9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8981C5-5160-579F-CD08-54BC4AEA0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EF8EC8-9BBF-AA65-AB91-F2040FDAC4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2A5A5B-46B2-324F-68E2-27AD4C47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D1411D-30A1-1C90-F254-CCB35F819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C6C9B-4B05-428D-AF9B-C933C5ED647B}" type="datetimeFigureOut">
              <a:rPr lang="en-ID" smtClean="0"/>
              <a:t>05/03/2026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7501E2-1983-DE71-7E89-646941403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3EB27D-2F2F-77E9-252D-A20EC2AE8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BE032-40E4-4351-BDDC-781A2F672FA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18492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CEC7B-46EA-0931-A7A5-834179741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C4581C-22AE-A325-C8F5-6E8D9103E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C6C9B-4B05-428D-AF9B-C933C5ED647B}" type="datetimeFigureOut">
              <a:rPr lang="en-ID" smtClean="0"/>
              <a:t>05/03/2026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0AB735-71C9-30E3-649D-23D6714E8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44AB6A-70AC-62D3-E1FA-480EA332C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BE032-40E4-4351-BDDC-781A2F672FA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3801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8C963C-9ADB-947D-721F-A58FE1281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C6C9B-4B05-428D-AF9B-C933C5ED647B}" type="datetimeFigureOut">
              <a:rPr lang="en-ID" smtClean="0"/>
              <a:t>05/03/2026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E5F162-6269-5544-2F77-3342E0468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F25FA-1D04-B43B-1237-B14BB7FD6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BE032-40E4-4351-BDDC-781A2F672FA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0504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752A7-163E-4925-82CA-C74C7C859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C5E0F-D9D6-DD3E-BCF9-BFEFB28F6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B3190A-0E2B-E088-7213-938A10541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62566-BA1B-7FD7-80D8-C7DB28B8C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C6C9B-4B05-428D-AF9B-C933C5ED647B}" type="datetimeFigureOut">
              <a:rPr lang="en-ID" smtClean="0"/>
              <a:t>05/03/2026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281EC-D6DD-5FF9-B316-B8178980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3CB4A-AAEE-4653-3AE6-52F507DBC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BE032-40E4-4351-BDDC-781A2F672FA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17666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6A598-B174-7E1C-C356-927F35912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C2AF6E-3A30-DC81-6211-130C6ADFD4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880-452C-54AD-5746-73FA3EDEA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84EF2-BD37-BC48-13A4-982EF7619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C6C9B-4B05-428D-AF9B-C933C5ED647B}" type="datetimeFigureOut">
              <a:rPr lang="en-ID" smtClean="0"/>
              <a:t>05/03/2026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C931E1-F1A3-9206-6984-8A7D6DC2B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25489-1FC5-FFF2-9046-0C3AA3A46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BE032-40E4-4351-BDDC-781A2F672FA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06230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593A3-B19B-A6A2-9517-B090C9A71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E96CC9-EE5B-EFFF-B17D-8AF93475A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B31CC-76D1-4E0C-9427-72E240A56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C6C9B-4B05-428D-AF9B-C933C5ED647B}" type="datetimeFigureOut">
              <a:rPr lang="en-ID" smtClean="0"/>
              <a:t>05/03/2026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50722-5340-7479-E410-02E01F3C7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65DDD-FF26-5022-0B8F-14681B1C4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BE032-40E4-4351-BDDC-781A2F672FA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1612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1EB73A-EE33-FC46-1822-2CC3227E5A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1206D-596E-1780-2103-75D4984A2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DE179-DD68-FA66-9B0B-955B3E946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C6C9B-4B05-428D-AF9B-C933C5ED647B}" type="datetimeFigureOut">
              <a:rPr lang="en-ID" smtClean="0"/>
              <a:t>05/03/2026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84729-B5BE-D1B7-CF73-EB7D6E252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6A5C5-795E-51CC-FBDB-AD9BF7E51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BE032-40E4-4351-BDDC-781A2F672FA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53504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14E48E-8347-3F12-EFE4-262090BCE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307B0-BF7F-3C07-875E-4507B99EE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A3FDB-1F0B-8A24-1FB4-E70510242B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FC6C9B-4B05-428D-AF9B-C933C5ED647B}" type="datetimeFigureOut">
              <a:rPr lang="en-ID" smtClean="0"/>
              <a:t>05/03/2026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532D3-B36A-E92D-F9CF-8C5CF83E31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A98C-80B4-9E7A-D92F-BB6DC693AC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CBE032-40E4-4351-BDDC-781A2F672FA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60480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rgbClr val="38799A"/>
            </a:gs>
            <a:gs pos="90000">
              <a:schemeClr val="accent1">
                <a:lumMod val="10000"/>
                <a:lumOff val="9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9D2E8E-5632-1243-1B27-8911C4457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2E30AED-8C92-85A0-4699-2575B1EDACD6}"/>
              </a:ext>
            </a:extLst>
          </p:cNvPr>
          <p:cNvGrpSpPr/>
          <p:nvPr/>
        </p:nvGrpSpPr>
        <p:grpSpPr>
          <a:xfrm>
            <a:off x="2485087" y="1633557"/>
            <a:ext cx="7062952" cy="5036533"/>
            <a:chOff x="2564524" y="910733"/>
            <a:chExt cx="7062952" cy="5036533"/>
          </a:xfrm>
          <a:scene3d>
            <a:camera prst="perspectiveRelaxedModerately" fov="3300000">
              <a:rot lat="18000000" lon="0" rev="0"/>
            </a:camera>
            <a:lightRig rig="threePt" dir="t"/>
          </a:scene3d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AA8ABEE-5BF7-7932-5845-5893E8B7B0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910733"/>
              <a:ext cx="3531476" cy="5036533"/>
            </a:xfrm>
            <a:prstGeom prst="rect">
              <a:avLst/>
            </a:prstGeom>
            <a:sp3d extrusionH="127000"/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67A24D6-07E2-2BB3-39A1-2E8E32A35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4524" y="910733"/>
              <a:ext cx="3531476" cy="5036533"/>
            </a:xfrm>
            <a:prstGeom prst="rect">
              <a:avLst/>
            </a:prstGeom>
            <a:ln>
              <a:noFill/>
            </a:ln>
            <a:sp3d extrusionH="127000"/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6EC7815-7B05-E3E3-7A41-04CFDF4D3A13}"/>
              </a:ext>
            </a:extLst>
          </p:cNvPr>
          <p:cNvGrpSpPr/>
          <p:nvPr/>
        </p:nvGrpSpPr>
        <p:grpSpPr>
          <a:xfrm>
            <a:off x="2772613" y="992093"/>
            <a:ext cx="6731540" cy="4873558"/>
            <a:chOff x="2825415" y="893897"/>
            <a:chExt cx="6731540" cy="4873558"/>
          </a:xfrm>
          <a:solidFill>
            <a:schemeClr val="bg1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F6CEEE-6145-BA75-5D34-77043552B8AC}"/>
                </a:ext>
              </a:extLst>
            </p:cNvPr>
            <p:cNvSpPr/>
            <p:nvPr/>
          </p:nvSpPr>
          <p:spPr>
            <a:xfrm>
              <a:off x="6191185" y="893897"/>
              <a:ext cx="3365770" cy="4873558"/>
            </a:xfrm>
            <a:prstGeom prst="rect">
              <a:avLst/>
            </a:prstGeom>
            <a:grpFill/>
            <a:ln>
              <a:noFill/>
            </a:ln>
            <a:sp3d extrusionH="762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7400F56-7E09-3A7C-8BA2-FE7FB46F417A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 extrusionH="762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63433354-D0F3-8775-6EBA-92D642C4B41F}"/>
              </a:ext>
            </a:extLst>
          </p:cNvPr>
          <p:cNvSpPr/>
          <p:nvPr/>
        </p:nvSpPr>
        <p:spPr>
          <a:xfrm>
            <a:off x="6031804" y="910606"/>
            <a:ext cx="125028" cy="5036533"/>
          </a:xfrm>
          <a:prstGeom prst="rect">
            <a:avLst/>
          </a:prstGeom>
          <a:gradFill>
            <a:gsLst>
              <a:gs pos="100000">
                <a:srgbClr val="3F8BB6"/>
              </a:gs>
              <a:gs pos="30000">
                <a:srgbClr val="88D0E8"/>
              </a:gs>
              <a:gs pos="61000">
                <a:srgbClr val="FDD073"/>
              </a:gs>
              <a:gs pos="76000">
                <a:srgbClr val="5CACD8"/>
              </a:gs>
            </a:gsLst>
            <a:lin ang="5400000" scaled="1"/>
          </a:gradFill>
          <a:ln>
            <a:noFill/>
          </a:ln>
          <a:scene3d>
            <a:camera prst="perspectiveRelaxedModerately" fov="3300000">
              <a:rot lat="18000000" lon="0" rev="0"/>
            </a:camera>
            <a:lightRig rig="threePt" dir="t"/>
          </a:scene3d>
          <a:sp3d extrusionH="762000">
            <a:extrusionClr>
              <a:srgbClr val="38799A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852D076-2D64-7439-6935-43DC82C47863}"/>
              </a:ext>
            </a:extLst>
          </p:cNvPr>
          <p:cNvGrpSpPr/>
          <p:nvPr/>
        </p:nvGrpSpPr>
        <p:grpSpPr>
          <a:xfrm>
            <a:off x="2837024" y="986898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7957D91-1206-BC98-CA8C-EC6BDF92C52B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rgbClr val="38799A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10</a:t>
              </a:r>
            </a:p>
            <a:p>
              <a:pPr algn="ctr"/>
              <a:endParaRPr lang="en-ID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D627702-AE07-5554-0857-6ECE5BFE9108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AB91C1B-B7CA-0777-972D-C8A2FD85A73E}"/>
              </a:ext>
            </a:extLst>
          </p:cNvPr>
          <p:cNvGrpSpPr/>
          <p:nvPr/>
        </p:nvGrpSpPr>
        <p:grpSpPr>
          <a:xfrm>
            <a:off x="2838911" y="974842"/>
            <a:ext cx="6677761" cy="4911793"/>
            <a:chOff x="2825415" y="855662"/>
            <a:chExt cx="6708451" cy="4911793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590FEB1-B57D-1944-A9A9-02D0D19A3249}"/>
                </a:ext>
              </a:extLst>
            </p:cNvPr>
            <p:cNvSpPr/>
            <p:nvPr/>
          </p:nvSpPr>
          <p:spPr>
            <a:xfrm>
              <a:off x="6168096" y="855662"/>
              <a:ext cx="3365770" cy="4873558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9</a:t>
              </a:r>
              <a:endParaRPr lang="en-ID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623F563-6C6B-87DE-E091-BCA39E8748A5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890313A-294A-4E42-D86C-1D710BB32588}"/>
              </a:ext>
            </a:extLst>
          </p:cNvPr>
          <p:cNvGrpSpPr/>
          <p:nvPr/>
        </p:nvGrpSpPr>
        <p:grpSpPr>
          <a:xfrm>
            <a:off x="2840269" y="979437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F3903A3-F21A-75AE-4608-B2B5DDE2750C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grp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8</a:t>
              </a:r>
              <a:endParaRPr lang="en-ID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11F9EDF-AFCE-7018-42B7-6B94C918BAC9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93DC077-8E3E-94D4-7FD8-21A33016C869}"/>
              </a:ext>
            </a:extLst>
          </p:cNvPr>
          <p:cNvGrpSpPr/>
          <p:nvPr/>
        </p:nvGrpSpPr>
        <p:grpSpPr>
          <a:xfrm>
            <a:off x="2836151" y="983274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ECEE643-3557-136E-2B84-D044C439F79B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7</a:t>
              </a:r>
              <a:endParaRPr lang="en-ID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6A205D9-0731-4BC0-C5EE-6807B3C9B521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F8D35F8-0C4B-59D0-AFC3-8080980B4F4D}"/>
              </a:ext>
            </a:extLst>
          </p:cNvPr>
          <p:cNvGrpSpPr/>
          <p:nvPr/>
        </p:nvGrpSpPr>
        <p:grpSpPr>
          <a:xfrm>
            <a:off x="2839671" y="986911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06183B3-B8A1-C53A-B001-510BE28F70CE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rgbClr val="5E9DBF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6</a:t>
              </a:r>
              <a:endParaRPr lang="en-ID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2C7B107-B74E-D46B-2134-469BE170AEBF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32385E5-627E-3713-A05D-D06ABB97455A}"/>
              </a:ext>
            </a:extLst>
          </p:cNvPr>
          <p:cNvGrpSpPr/>
          <p:nvPr/>
        </p:nvGrpSpPr>
        <p:grpSpPr>
          <a:xfrm>
            <a:off x="2837278" y="979237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0FC03A3-830B-4C12-7FE3-DABB083A8852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rgbClr val="38799A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5</a:t>
              </a:r>
              <a:endParaRPr lang="en-ID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392A193-E39A-EB10-E895-D33523060B0B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D180EF4-AE57-3D7E-87F8-95D03722E72F}"/>
              </a:ext>
            </a:extLst>
          </p:cNvPr>
          <p:cNvGrpSpPr/>
          <p:nvPr/>
        </p:nvGrpSpPr>
        <p:grpSpPr>
          <a:xfrm>
            <a:off x="2847642" y="988798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8257990-9B36-0A90-9199-22771CD818FB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rgbClr val="5CACD8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4</a:t>
              </a:r>
              <a:endParaRPr lang="en-ID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087F814-46B1-5842-1707-B0F9AE79376F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AFDBE5C-6563-2D7C-47A2-4DE55FC64FFA}"/>
              </a:ext>
            </a:extLst>
          </p:cNvPr>
          <p:cNvGrpSpPr/>
          <p:nvPr/>
        </p:nvGrpSpPr>
        <p:grpSpPr>
          <a:xfrm>
            <a:off x="2853077" y="984792"/>
            <a:ext cx="6668617" cy="4885192"/>
            <a:chOff x="2825415" y="882263"/>
            <a:chExt cx="6699265" cy="4885192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C9677E6-6069-A4D1-F2E1-4FA709CF3468}"/>
                </a:ext>
              </a:extLst>
            </p:cNvPr>
            <p:cNvSpPr/>
            <p:nvPr/>
          </p:nvSpPr>
          <p:spPr>
            <a:xfrm>
              <a:off x="6158910" y="882263"/>
              <a:ext cx="3365770" cy="4873558"/>
            </a:xfrm>
            <a:prstGeom prst="rect">
              <a:avLst/>
            </a:prstGeom>
            <a:solidFill>
              <a:srgbClr val="38799A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3</a:t>
              </a:r>
              <a:endParaRPr lang="en-ID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2C70809-DAA5-40F9-3BAC-0C48672DC89C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662BDCA-B32F-F035-4E8E-8D055DE75370}"/>
              </a:ext>
            </a:extLst>
          </p:cNvPr>
          <p:cNvGrpSpPr/>
          <p:nvPr/>
        </p:nvGrpSpPr>
        <p:grpSpPr>
          <a:xfrm>
            <a:off x="2848760" y="993613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B3C1711-0526-E957-342A-6050CFF07C33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2</a:t>
              </a:r>
              <a:endParaRPr lang="en-ID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B5D4F18-B33D-9EE8-835B-28A99B8CEE22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1B393F3-407B-AF71-0BE2-85B3EC653E58}"/>
              </a:ext>
            </a:extLst>
          </p:cNvPr>
          <p:cNvGrpSpPr/>
          <p:nvPr/>
        </p:nvGrpSpPr>
        <p:grpSpPr>
          <a:xfrm>
            <a:off x="2842121" y="973701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42D2209-D64B-0375-6795-D343336D2A9B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1</a:t>
              </a:r>
              <a:endParaRPr lang="en-ID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0B5200D-0126-C91B-EFF7-9757B028E2BB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2" name="cover">
            <a:extLst>
              <a:ext uri="{FF2B5EF4-FFF2-40B4-BE49-F238E27FC236}">
                <a16:creationId xmlns:a16="http://schemas.microsoft.com/office/drawing/2014/main" id="{DAF2CBC7-067B-F4E1-714E-18FE5951C850}"/>
              </a:ext>
            </a:extLst>
          </p:cNvPr>
          <p:cNvGrpSpPr/>
          <p:nvPr/>
        </p:nvGrpSpPr>
        <p:grpSpPr>
          <a:xfrm>
            <a:off x="2497600" y="877848"/>
            <a:ext cx="7050652" cy="5085733"/>
            <a:chOff x="2564524" y="861533"/>
            <a:chExt cx="7050652" cy="5085733"/>
          </a:xfrm>
          <a:scene3d>
            <a:camera prst="perspectiveRelaxedModerately" fov="3300000">
              <a:rot lat="18000000" lon="0" rev="0"/>
            </a:camera>
            <a:lightRig rig="threePt" dir="t"/>
          </a:scene3d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63A034A-D3FC-EAA0-3DD2-4A7C03599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3700" y="861533"/>
              <a:ext cx="3531476" cy="5036533"/>
            </a:xfrm>
            <a:prstGeom prst="rect">
              <a:avLst/>
            </a:prstGeom>
            <a:sp3d extrusionH="127000"/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DC6EE68-FD74-69E7-A09D-DBC7976C0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4524" y="910733"/>
              <a:ext cx="3531476" cy="5036533"/>
            </a:xfrm>
            <a:prstGeom prst="rect">
              <a:avLst/>
            </a:prstGeom>
            <a:ln>
              <a:noFill/>
            </a:ln>
            <a:sp3d extrusionH="127000"/>
          </p:spPr>
        </p:pic>
      </p:grpSp>
    </p:spTree>
    <p:extLst>
      <p:ext uri="{BB962C8B-B14F-4D97-AF65-F5344CB8AC3E}">
        <p14:creationId xmlns:p14="http://schemas.microsoft.com/office/powerpoint/2010/main" val="3662647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>
        <p14:reveal/>
      </p:transition>
    </mc:Choice>
    <mc:Fallback xmlns="">
      <p:transition spd="slow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rgbClr val="38799A"/>
            </a:gs>
            <a:gs pos="90000">
              <a:schemeClr val="accent1">
                <a:lumMod val="10000"/>
                <a:lumOff val="9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6B9E7-218D-5E15-E8F0-06F40CA2D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56C85720-6CA2-53AF-DCF5-30C4B9E51E75}"/>
              </a:ext>
            </a:extLst>
          </p:cNvPr>
          <p:cNvGrpSpPr/>
          <p:nvPr/>
        </p:nvGrpSpPr>
        <p:grpSpPr>
          <a:xfrm>
            <a:off x="2485087" y="1633557"/>
            <a:ext cx="7062952" cy="5036533"/>
            <a:chOff x="2564524" y="910733"/>
            <a:chExt cx="7062952" cy="5036533"/>
          </a:xfrm>
          <a:scene3d>
            <a:camera prst="perspectiveRelaxedModerately" fov="3300000">
              <a:rot lat="18000000" lon="0" rev="0"/>
            </a:camera>
            <a:lightRig rig="threePt" dir="t"/>
          </a:scene3d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20101F0-8B59-EB5F-EF28-9ABAB6D99C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910733"/>
              <a:ext cx="3531476" cy="5036533"/>
            </a:xfrm>
            <a:prstGeom prst="rect">
              <a:avLst/>
            </a:prstGeom>
            <a:sp3d extrusionH="127000"/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AC72B7C-9A0D-236B-819C-E24A62380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4524" y="910733"/>
              <a:ext cx="3531476" cy="5036533"/>
            </a:xfrm>
            <a:prstGeom prst="rect">
              <a:avLst/>
            </a:prstGeom>
            <a:ln>
              <a:noFill/>
            </a:ln>
            <a:sp3d extrusionH="127000"/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9CCB3D0-6E9C-EFD7-E265-F4A2E5C55781}"/>
              </a:ext>
            </a:extLst>
          </p:cNvPr>
          <p:cNvGrpSpPr/>
          <p:nvPr/>
        </p:nvGrpSpPr>
        <p:grpSpPr>
          <a:xfrm>
            <a:off x="2805552" y="1051667"/>
            <a:ext cx="6731540" cy="4873558"/>
            <a:chOff x="2825415" y="893897"/>
            <a:chExt cx="6731540" cy="4873558"/>
          </a:xfrm>
          <a:solidFill>
            <a:schemeClr val="bg1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9FD5A3-13CB-9269-0735-881FDD1E795E}"/>
                </a:ext>
              </a:extLst>
            </p:cNvPr>
            <p:cNvSpPr/>
            <p:nvPr/>
          </p:nvSpPr>
          <p:spPr>
            <a:xfrm>
              <a:off x="6191185" y="893897"/>
              <a:ext cx="3365770" cy="4873558"/>
            </a:xfrm>
            <a:prstGeom prst="rect">
              <a:avLst/>
            </a:prstGeom>
            <a:grpFill/>
            <a:ln>
              <a:noFill/>
            </a:ln>
            <a:sp3d extrusionH="762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C8A14DA-22FD-5BA7-8FC4-940A804B25B0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 extrusionH="762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FB6006E3-3DEF-DB4A-74D0-CE0B51793E7F}"/>
              </a:ext>
            </a:extLst>
          </p:cNvPr>
          <p:cNvSpPr/>
          <p:nvPr/>
        </p:nvSpPr>
        <p:spPr>
          <a:xfrm>
            <a:off x="6031804" y="910606"/>
            <a:ext cx="125028" cy="5036533"/>
          </a:xfrm>
          <a:prstGeom prst="rect">
            <a:avLst/>
          </a:prstGeom>
          <a:gradFill>
            <a:gsLst>
              <a:gs pos="100000">
                <a:srgbClr val="3F8BB6"/>
              </a:gs>
              <a:gs pos="30000">
                <a:srgbClr val="88D0E8"/>
              </a:gs>
              <a:gs pos="61000">
                <a:srgbClr val="FDD073"/>
              </a:gs>
              <a:gs pos="76000">
                <a:srgbClr val="5CACD8"/>
              </a:gs>
            </a:gsLst>
            <a:lin ang="5400000" scaled="1"/>
          </a:gradFill>
          <a:ln>
            <a:noFill/>
          </a:ln>
          <a:scene3d>
            <a:camera prst="perspectiveRelaxedModerately" fov="3300000">
              <a:rot lat="18000000" lon="0" rev="0"/>
            </a:camera>
            <a:lightRig rig="threePt" dir="t"/>
          </a:scene3d>
          <a:sp3d extrusionH="762000">
            <a:extrusionClr>
              <a:srgbClr val="38799A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36FAB14-61C0-0E9A-C3D7-4FA4FF64F8AD}"/>
              </a:ext>
            </a:extLst>
          </p:cNvPr>
          <p:cNvGrpSpPr/>
          <p:nvPr/>
        </p:nvGrpSpPr>
        <p:grpSpPr>
          <a:xfrm>
            <a:off x="2837024" y="986898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95AE867-E104-29C1-6881-1654761AA03E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rgbClr val="38799A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10</a:t>
              </a:r>
            </a:p>
            <a:p>
              <a:pPr algn="ctr"/>
              <a:endParaRPr lang="en-ID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2CE5625-A914-5FA2-75E1-9B2615CBFC98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921921B-8269-5E00-6BED-FC5DD9902F1A}"/>
              </a:ext>
            </a:extLst>
          </p:cNvPr>
          <p:cNvGrpSpPr/>
          <p:nvPr/>
        </p:nvGrpSpPr>
        <p:grpSpPr>
          <a:xfrm>
            <a:off x="2838911" y="974842"/>
            <a:ext cx="6677761" cy="4911793"/>
            <a:chOff x="2825415" y="855662"/>
            <a:chExt cx="6708451" cy="4911793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11B2AC3-8853-A437-B686-16A0FB1B8710}"/>
                </a:ext>
              </a:extLst>
            </p:cNvPr>
            <p:cNvSpPr/>
            <p:nvPr/>
          </p:nvSpPr>
          <p:spPr>
            <a:xfrm>
              <a:off x="6168096" y="855662"/>
              <a:ext cx="3365770" cy="4873558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9</a:t>
              </a:r>
              <a:endParaRPr lang="en-ID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DC8D8CB-D9B8-9CA9-493A-7B1C7EAF7666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5A59350-EB94-58AF-5A78-B556978450C8}"/>
              </a:ext>
            </a:extLst>
          </p:cNvPr>
          <p:cNvGrpSpPr/>
          <p:nvPr/>
        </p:nvGrpSpPr>
        <p:grpSpPr>
          <a:xfrm>
            <a:off x="2840269" y="979437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1664672-A0D0-B855-AD5B-FF1359B5ED11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grp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8</a:t>
              </a:r>
              <a:endParaRPr lang="en-ID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0E22B5E-EB37-45D5-718A-7E7888D970E3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D079FF5-6023-3723-F49D-170E8418EEB9}"/>
              </a:ext>
            </a:extLst>
          </p:cNvPr>
          <p:cNvGrpSpPr/>
          <p:nvPr/>
        </p:nvGrpSpPr>
        <p:grpSpPr>
          <a:xfrm>
            <a:off x="2836151" y="983274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457190C-296A-A035-052C-81B5E0BCFC26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7</a:t>
              </a:r>
              <a:endParaRPr lang="en-ID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D9AC476-9E42-F58D-4F80-23E628718334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063A66B-BC6E-D53D-5941-EB58A1AA9013}"/>
              </a:ext>
            </a:extLst>
          </p:cNvPr>
          <p:cNvGrpSpPr/>
          <p:nvPr/>
        </p:nvGrpSpPr>
        <p:grpSpPr>
          <a:xfrm>
            <a:off x="2839671" y="986911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3C849FF-01F3-E3AE-37E8-B6FA321D5F45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rgbClr val="5E9DBF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6</a:t>
              </a:r>
              <a:endParaRPr lang="en-ID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D25C9F2-AC81-862D-E6A7-613070BDAD6F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3E8FA8E-EBFC-7220-E375-3EF749814DC6}"/>
              </a:ext>
            </a:extLst>
          </p:cNvPr>
          <p:cNvGrpSpPr/>
          <p:nvPr/>
        </p:nvGrpSpPr>
        <p:grpSpPr>
          <a:xfrm>
            <a:off x="2837278" y="979237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6D25870-3430-36DC-773F-1A3CAEC2A610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rgbClr val="38799A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5</a:t>
              </a:r>
              <a:endParaRPr lang="en-ID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129DEF5-3E05-434F-5F03-71899CB9614A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B9E6A2B-F1B6-E96A-C083-98F60C968939}"/>
              </a:ext>
            </a:extLst>
          </p:cNvPr>
          <p:cNvGrpSpPr/>
          <p:nvPr/>
        </p:nvGrpSpPr>
        <p:grpSpPr>
          <a:xfrm>
            <a:off x="2847642" y="988798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31AEC13-A0C8-C2DB-D0BD-5EE1365E4AC1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rgbClr val="5CACD8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4</a:t>
              </a:r>
              <a:endParaRPr lang="en-ID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9ABA871-0B26-5EAE-7C5A-1C21DA948315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3B8CA0B-0340-425C-4CDE-FA0D2DF19C80}"/>
              </a:ext>
            </a:extLst>
          </p:cNvPr>
          <p:cNvGrpSpPr/>
          <p:nvPr/>
        </p:nvGrpSpPr>
        <p:grpSpPr>
          <a:xfrm>
            <a:off x="2853077" y="984792"/>
            <a:ext cx="6668617" cy="4885192"/>
            <a:chOff x="2825415" y="882263"/>
            <a:chExt cx="6699265" cy="4885192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D98040C-5E86-0DCE-E691-B39B7963E2B9}"/>
                </a:ext>
              </a:extLst>
            </p:cNvPr>
            <p:cNvSpPr/>
            <p:nvPr/>
          </p:nvSpPr>
          <p:spPr>
            <a:xfrm>
              <a:off x="6158910" y="882263"/>
              <a:ext cx="3365770" cy="4873558"/>
            </a:xfrm>
            <a:prstGeom prst="rect">
              <a:avLst/>
            </a:prstGeom>
            <a:solidFill>
              <a:srgbClr val="38799A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3</a:t>
              </a:r>
              <a:endParaRPr lang="en-ID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1F2BE0C-4E8A-EC23-829E-06DC16CB76DA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E4A80E6-06D1-B262-E2CA-86D0F25944BA}"/>
              </a:ext>
            </a:extLst>
          </p:cNvPr>
          <p:cNvGrpSpPr/>
          <p:nvPr/>
        </p:nvGrpSpPr>
        <p:grpSpPr>
          <a:xfrm>
            <a:off x="2848760" y="993613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8D866EC-FB8E-66FB-522A-61B07E49DCB0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2</a:t>
              </a:r>
              <a:endParaRPr lang="en-ID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960A04A-1E18-A7E5-1B12-C5A9926D04AE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9" name="hal 1">
            <a:extLst>
              <a:ext uri="{FF2B5EF4-FFF2-40B4-BE49-F238E27FC236}">
                <a16:creationId xmlns:a16="http://schemas.microsoft.com/office/drawing/2014/main" id="{23BFF894-58B6-52EE-D54D-393FEC742778}"/>
              </a:ext>
            </a:extLst>
          </p:cNvPr>
          <p:cNvGrpSpPr/>
          <p:nvPr/>
        </p:nvGrpSpPr>
        <p:grpSpPr>
          <a:xfrm>
            <a:off x="2842121" y="973701"/>
            <a:ext cx="6677761" cy="4880620"/>
            <a:chOff x="2825415" y="886835"/>
            <a:chExt cx="6708451" cy="4880620"/>
          </a:xfrm>
          <a:solidFill>
            <a:schemeClr val="bg1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53D7FBB-17BD-BEF4-3F79-04FA0CEEAA4F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grp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1</a:t>
              </a:r>
              <a:endParaRPr lang="en-ID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4B94825-29D4-7C63-E003-74AAA309285D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2" name="cover">
            <a:extLst>
              <a:ext uri="{FF2B5EF4-FFF2-40B4-BE49-F238E27FC236}">
                <a16:creationId xmlns:a16="http://schemas.microsoft.com/office/drawing/2014/main" id="{E85F0EDA-0ED4-0AC7-339E-BCBE156B69C1}"/>
              </a:ext>
            </a:extLst>
          </p:cNvPr>
          <p:cNvGrpSpPr/>
          <p:nvPr/>
        </p:nvGrpSpPr>
        <p:grpSpPr>
          <a:xfrm>
            <a:off x="2644214" y="971365"/>
            <a:ext cx="7050652" cy="5085733"/>
            <a:chOff x="2564524" y="861533"/>
            <a:chExt cx="7050652" cy="5085733"/>
          </a:xfrm>
          <a:scene3d>
            <a:camera prst="perspectiveRelaxedModerately" fov="3300000">
              <a:rot lat="18000000" lon="10800000" rev="0"/>
            </a:camera>
            <a:lightRig rig="threePt" dir="t"/>
          </a:scene3d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D0500A5-51C0-3413-8FAA-C7B7A6735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3700" y="861533"/>
              <a:ext cx="3531476" cy="5036533"/>
            </a:xfrm>
            <a:prstGeom prst="rect">
              <a:avLst/>
            </a:prstGeom>
            <a:sp3d extrusionH="127000"/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1B60D1A-F371-CB78-770F-7D1A6C444C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4524" y="910733"/>
              <a:ext cx="3531476" cy="5036533"/>
            </a:xfrm>
            <a:prstGeom prst="rect">
              <a:avLst/>
            </a:prstGeom>
            <a:ln>
              <a:noFill/>
            </a:ln>
            <a:sp3d extrusionH="127000"/>
          </p:spPr>
        </p:pic>
      </p:grpSp>
    </p:spTree>
    <p:extLst>
      <p:ext uri="{BB962C8B-B14F-4D97-AF65-F5344CB8AC3E}">
        <p14:creationId xmlns:p14="http://schemas.microsoft.com/office/powerpoint/2010/main" val="2340476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rgbClr val="38799A"/>
            </a:gs>
            <a:gs pos="90000">
              <a:schemeClr val="accent1">
                <a:lumMod val="10000"/>
                <a:lumOff val="9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589610-6499-A2BE-2AF9-688067A5E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CC69EC3B-588F-0120-583E-D9AEFD32F4F6}"/>
              </a:ext>
            </a:extLst>
          </p:cNvPr>
          <p:cNvGrpSpPr/>
          <p:nvPr/>
        </p:nvGrpSpPr>
        <p:grpSpPr>
          <a:xfrm>
            <a:off x="2485087" y="1633557"/>
            <a:ext cx="7062952" cy="5036533"/>
            <a:chOff x="2564524" y="910733"/>
            <a:chExt cx="7062952" cy="5036533"/>
          </a:xfrm>
          <a:scene3d>
            <a:camera prst="perspectiveRelaxedModerately" fov="3300000">
              <a:rot lat="18000000" lon="0" rev="0"/>
            </a:camera>
            <a:lightRig rig="threePt" dir="t"/>
          </a:scene3d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676EA6D-8BF6-734E-FFD4-BF1092B20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910733"/>
              <a:ext cx="3531476" cy="5036533"/>
            </a:xfrm>
            <a:prstGeom prst="rect">
              <a:avLst/>
            </a:prstGeom>
            <a:sp3d extrusionH="127000"/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23EF0CB-C95A-F23D-E20F-21836F39C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4524" y="910733"/>
              <a:ext cx="3531476" cy="5036533"/>
            </a:xfrm>
            <a:prstGeom prst="rect">
              <a:avLst/>
            </a:prstGeom>
            <a:ln>
              <a:noFill/>
            </a:ln>
            <a:sp3d extrusionH="127000"/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F173448-8799-C729-A4D0-309FEB77AEF6}"/>
              </a:ext>
            </a:extLst>
          </p:cNvPr>
          <p:cNvGrpSpPr/>
          <p:nvPr/>
        </p:nvGrpSpPr>
        <p:grpSpPr>
          <a:xfrm>
            <a:off x="2772613" y="992093"/>
            <a:ext cx="6731540" cy="4873558"/>
            <a:chOff x="2825415" y="893897"/>
            <a:chExt cx="6731540" cy="4873558"/>
          </a:xfrm>
          <a:solidFill>
            <a:schemeClr val="bg1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AF7592F-7AF6-E6EF-30C0-86D4800FFFFC}"/>
                </a:ext>
              </a:extLst>
            </p:cNvPr>
            <p:cNvSpPr/>
            <p:nvPr/>
          </p:nvSpPr>
          <p:spPr>
            <a:xfrm>
              <a:off x="6191185" y="893897"/>
              <a:ext cx="3365770" cy="4873558"/>
            </a:xfrm>
            <a:prstGeom prst="rect">
              <a:avLst/>
            </a:prstGeom>
            <a:grpFill/>
            <a:ln>
              <a:noFill/>
            </a:ln>
            <a:sp3d extrusionH="762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B0BB60D-D799-7B68-14C4-4BCC143828DE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 extrusionH="762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9C050B4F-5F18-B889-7288-B36CD800A6C8}"/>
              </a:ext>
            </a:extLst>
          </p:cNvPr>
          <p:cNvSpPr/>
          <p:nvPr/>
        </p:nvSpPr>
        <p:spPr>
          <a:xfrm>
            <a:off x="6031804" y="910606"/>
            <a:ext cx="125028" cy="5036533"/>
          </a:xfrm>
          <a:prstGeom prst="rect">
            <a:avLst/>
          </a:prstGeom>
          <a:gradFill>
            <a:gsLst>
              <a:gs pos="100000">
                <a:srgbClr val="3F8BB6"/>
              </a:gs>
              <a:gs pos="30000">
                <a:srgbClr val="88D0E8"/>
              </a:gs>
              <a:gs pos="61000">
                <a:srgbClr val="FDD073"/>
              </a:gs>
              <a:gs pos="76000">
                <a:srgbClr val="5CACD8"/>
              </a:gs>
            </a:gsLst>
            <a:lin ang="5400000" scaled="1"/>
          </a:gradFill>
          <a:ln>
            <a:noFill/>
          </a:ln>
          <a:scene3d>
            <a:camera prst="perspectiveRelaxedModerately" fov="3300000">
              <a:rot lat="18000000" lon="0" rev="0"/>
            </a:camera>
            <a:lightRig rig="threePt" dir="t"/>
          </a:scene3d>
          <a:sp3d extrusionH="762000">
            <a:extrusionClr>
              <a:srgbClr val="38799A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105DF06-6693-7739-0E58-EF40239A4655}"/>
              </a:ext>
            </a:extLst>
          </p:cNvPr>
          <p:cNvGrpSpPr/>
          <p:nvPr/>
        </p:nvGrpSpPr>
        <p:grpSpPr>
          <a:xfrm>
            <a:off x="2837024" y="986898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1078A61-7F14-C2B2-7B5C-55EF037FCC24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rgbClr val="38799A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10</a:t>
              </a:r>
            </a:p>
            <a:p>
              <a:pPr algn="ctr"/>
              <a:endParaRPr lang="en-ID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0A988B3-72A7-62BF-4DAD-A2A2F550A88C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1AB1DF7-4C0C-53D9-AD7B-578D4675DE51}"/>
              </a:ext>
            </a:extLst>
          </p:cNvPr>
          <p:cNvGrpSpPr/>
          <p:nvPr/>
        </p:nvGrpSpPr>
        <p:grpSpPr>
          <a:xfrm>
            <a:off x="2838911" y="974842"/>
            <a:ext cx="6677761" cy="4911793"/>
            <a:chOff x="2825415" y="855662"/>
            <a:chExt cx="6708451" cy="4911793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E442CFD-1DA0-51EC-7D24-DE1DDEC9C07A}"/>
                </a:ext>
              </a:extLst>
            </p:cNvPr>
            <p:cNvSpPr/>
            <p:nvPr/>
          </p:nvSpPr>
          <p:spPr>
            <a:xfrm>
              <a:off x="6168096" y="855662"/>
              <a:ext cx="3365770" cy="4873558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9</a:t>
              </a:r>
              <a:endParaRPr lang="en-ID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045BF80-6465-3AC9-DAD9-23FED2E473BB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DA275EA-4458-04C9-DEA9-014159B66CF3}"/>
              </a:ext>
            </a:extLst>
          </p:cNvPr>
          <p:cNvGrpSpPr/>
          <p:nvPr/>
        </p:nvGrpSpPr>
        <p:grpSpPr>
          <a:xfrm>
            <a:off x="2840269" y="979437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5F9FEEB-D8C5-DC45-318F-8366C73F3CBC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grp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8</a:t>
              </a:r>
              <a:endParaRPr lang="en-ID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96C81B1-E645-447F-6036-A793453BC786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203F787-FE65-65D2-2BC3-B40B8FDEAC28}"/>
              </a:ext>
            </a:extLst>
          </p:cNvPr>
          <p:cNvGrpSpPr/>
          <p:nvPr/>
        </p:nvGrpSpPr>
        <p:grpSpPr>
          <a:xfrm>
            <a:off x="2836151" y="983274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386CEE1-F4D5-EA8B-6734-E1B7329AF158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7</a:t>
              </a:r>
              <a:endParaRPr lang="en-ID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D635A28-695F-62F1-BE97-3AEDCC79F1A9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02B623A-CEDB-6473-4064-FF7F973DF94E}"/>
              </a:ext>
            </a:extLst>
          </p:cNvPr>
          <p:cNvGrpSpPr/>
          <p:nvPr/>
        </p:nvGrpSpPr>
        <p:grpSpPr>
          <a:xfrm>
            <a:off x="2839671" y="986911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C3362BE-F5F5-0BE0-078F-34DD1F867A71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rgbClr val="5E9DBF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6</a:t>
              </a:r>
              <a:endParaRPr lang="en-ID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E387AB6-D3D7-DF05-0210-E3C1D568CE71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E9CC2FF-1F2E-0472-6C1D-81262B2ACE0F}"/>
              </a:ext>
            </a:extLst>
          </p:cNvPr>
          <p:cNvGrpSpPr/>
          <p:nvPr/>
        </p:nvGrpSpPr>
        <p:grpSpPr>
          <a:xfrm>
            <a:off x="2837278" y="979237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CA053AC-629E-CDE1-CE39-EFE3290727FF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rgbClr val="38799A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5</a:t>
              </a:r>
              <a:endParaRPr lang="en-ID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4C505CB-EB71-F208-487B-EB9D5A8F62E0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DB097D1-2ACC-C88B-7FC1-A50320367DDA}"/>
              </a:ext>
            </a:extLst>
          </p:cNvPr>
          <p:cNvGrpSpPr/>
          <p:nvPr/>
        </p:nvGrpSpPr>
        <p:grpSpPr>
          <a:xfrm>
            <a:off x="2847642" y="988798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2A14E69-3614-73C0-F88B-97C4A311B681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4</a:t>
              </a:r>
              <a:endParaRPr lang="en-ID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97A1A0D-38BB-E600-802A-B8E8B34EBE0A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5D84F2F-BE9A-B991-F83A-D827A21C35EF}"/>
              </a:ext>
            </a:extLst>
          </p:cNvPr>
          <p:cNvGrpSpPr/>
          <p:nvPr/>
        </p:nvGrpSpPr>
        <p:grpSpPr>
          <a:xfrm>
            <a:off x="2853077" y="984792"/>
            <a:ext cx="6668617" cy="4885192"/>
            <a:chOff x="2825415" y="882263"/>
            <a:chExt cx="6699265" cy="4885192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BF017A1-8DBC-B885-BC7D-229E1E27AE57}"/>
                </a:ext>
              </a:extLst>
            </p:cNvPr>
            <p:cNvSpPr/>
            <p:nvPr/>
          </p:nvSpPr>
          <p:spPr>
            <a:xfrm>
              <a:off x="6158910" y="882263"/>
              <a:ext cx="3365770" cy="4873558"/>
            </a:xfrm>
            <a:prstGeom prst="rect">
              <a:avLst/>
            </a:prstGeom>
            <a:solidFill>
              <a:srgbClr val="F7D7A6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3</a:t>
              </a:r>
              <a:endParaRPr lang="en-ID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250C74B-F4F9-B945-5949-FC03488590AE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05920D5-289E-1E08-64A6-53BFB3A44B1F}"/>
              </a:ext>
            </a:extLst>
          </p:cNvPr>
          <p:cNvGrpSpPr/>
          <p:nvPr/>
        </p:nvGrpSpPr>
        <p:grpSpPr>
          <a:xfrm>
            <a:off x="2848760" y="993613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contrasting" dir="t"/>
          </a:scene3d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82CC894-426F-4CFB-8C9C-B874D1A38F90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noFill/>
                </a:rPr>
                <a:t>Hal 2</a:t>
              </a:r>
              <a:endParaRPr lang="en-ID" dirty="0">
                <a:noFill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FC81FF4-EB48-872A-44A6-F7D5E4BCAB74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2" name="cover">
            <a:extLst>
              <a:ext uri="{FF2B5EF4-FFF2-40B4-BE49-F238E27FC236}">
                <a16:creationId xmlns:a16="http://schemas.microsoft.com/office/drawing/2014/main" id="{CE22425B-EF7F-383B-60D1-6CAF7E6974F2}"/>
              </a:ext>
            </a:extLst>
          </p:cNvPr>
          <p:cNvGrpSpPr/>
          <p:nvPr/>
        </p:nvGrpSpPr>
        <p:grpSpPr>
          <a:xfrm>
            <a:off x="2602092" y="957540"/>
            <a:ext cx="7050652" cy="5085733"/>
            <a:chOff x="2564524" y="861533"/>
            <a:chExt cx="7050652" cy="5085733"/>
          </a:xfrm>
          <a:scene3d>
            <a:camera prst="perspectiveRelaxedModerately" fov="3300000">
              <a:rot lat="18000000" lon="10800000" rev="0"/>
            </a:camera>
            <a:lightRig rig="threePt" dir="t"/>
          </a:scene3d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A87AF02-C059-51A4-8903-2FD0AE5058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3700" y="861533"/>
              <a:ext cx="3531476" cy="5036533"/>
            </a:xfrm>
            <a:prstGeom prst="rect">
              <a:avLst/>
            </a:prstGeom>
            <a:sp3d extrusionH="127000"/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7FBBD50-334C-6147-7D1B-E135BC185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4524" y="910733"/>
              <a:ext cx="3531476" cy="5036533"/>
            </a:xfrm>
            <a:prstGeom prst="rect">
              <a:avLst/>
            </a:prstGeom>
            <a:ln>
              <a:noFill/>
            </a:ln>
            <a:sp3d extrusionH="127000"/>
          </p:spPr>
        </p:pic>
      </p:grpSp>
      <p:grpSp>
        <p:nvGrpSpPr>
          <p:cNvPr id="49" name="hal 1">
            <a:extLst>
              <a:ext uri="{FF2B5EF4-FFF2-40B4-BE49-F238E27FC236}">
                <a16:creationId xmlns:a16="http://schemas.microsoft.com/office/drawing/2014/main" id="{70593274-CBC2-408C-60A6-80D8C49FD04E}"/>
              </a:ext>
            </a:extLst>
          </p:cNvPr>
          <p:cNvGrpSpPr/>
          <p:nvPr/>
        </p:nvGrpSpPr>
        <p:grpSpPr>
          <a:xfrm>
            <a:off x="2616800" y="990955"/>
            <a:ext cx="7117356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flat" dir="t"/>
          </a:scene3d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92B14D5-90FE-2147-BA7A-8A45A64BFED4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>
              <a:extrusionClr>
                <a:schemeClr val="tx1">
                  <a:lumMod val="50000"/>
                  <a:lumOff val="50000"/>
                </a:schemeClr>
              </a:extrusionClr>
              <a:contourClr>
                <a:schemeClr val="bg1"/>
              </a:contour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noFill/>
                </a:rPr>
                <a:t>Hal 1</a:t>
              </a:r>
              <a:endParaRPr lang="en-ID" dirty="0">
                <a:noFill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73A6463-D9DE-43A3-1E8C-48B37B0BF22D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</p:spTree>
    <p:extLst>
      <p:ext uri="{BB962C8B-B14F-4D97-AF65-F5344CB8AC3E}">
        <p14:creationId xmlns:p14="http://schemas.microsoft.com/office/powerpoint/2010/main" val="3142000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rgbClr val="38799A"/>
            </a:gs>
            <a:gs pos="90000">
              <a:schemeClr val="accent1">
                <a:lumMod val="10000"/>
                <a:lumOff val="9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F17D82-6272-EC28-4D57-1097782D8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235A6CC-7AC9-327A-4728-158388613843}"/>
              </a:ext>
            </a:extLst>
          </p:cNvPr>
          <p:cNvGrpSpPr/>
          <p:nvPr/>
        </p:nvGrpSpPr>
        <p:grpSpPr>
          <a:xfrm>
            <a:off x="2485087" y="1633557"/>
            <a:ext cx="7062952" cy="5036533"/>
            <a:chOff x="2564524" y="910733"/>
            <a:chExt cx="7062952" cy="5036533"/>
          </a:xfrm>
          <a:scene3d>
            <a:camera prst="perspectiveRelaxedModerately" fov="3300000">
              <a:rot lat="18000000" lon="0" rev="0"/>
            </a:camera>
            <a:lightRig rig="threePt" dir="t"/>
          </a:scene3d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FAFBD3C-71E0-8624-4A2E-812EAD97D2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910733"/>
              <a:ext cx="3531476" cy="5036533"/>
            </a:xfrm>
            <a:prstGeom prst="rect">
              <a:avLst/>
            </a:prstGeom>
            <a:sp3d extrusionH="127000"/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DFAED518-7885-C93C-3CED-B39FC54A6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4524" y="910733"/>
              <a:ext cx="3531476" cy="5036533"/>
            </a:xfrm>
            <a:prstGeom prst="rect">
              <a:avLst/>
            </a:prstGeom>
            <a:ln>
              <a:noFill/>
            </a:ln>
            <a:sp3d extrusionH="127000"/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5DE8086-AA9D-D34A-3946-026B19207376}"/>
              </a:ext>
            </a:extLst>
          </p:cNvPr>
          <p:cNvGrpSpPr/>
          <p:nvPr/>
        </p:nvGrpSpPr>
        <p:grpSpPr>
          <a:xfrm>
            <a:off x="2772613" y="992093"/>
            <a:ext cx="6731540" cy="4873558"/>
            <a:chOff x="2825415" y="893897"/>
            <a:chExt cx="6731540" cy="4873558"/>
          </a:xfrm>
          <a:solidFill>
            <a:schemeClr val="bg1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3D95486-1550-EF22-7AF3-58F9DCD2C82A}"/>
                </a:ext>
              </a:extLst>
            </p:cNvPr>
            <p:cNvSpPr/>
            <p:nvPr/>
          </p:nvSpPr>
          <p:spPr>
            <a:xfrm>
              <a:off x="6191185" y="893897"/>
              <a:ext cx="3365770" cy="4873558"/>
            </a:xfrm>
            <a:prstGeom prst="rect">
              <a:avLst/>
            </a:prstGeom>
            <a:grpFill/>
            <a:ln>
              <a:noFill/>
            </a:ln>
            <a:sp3d extrusionH="762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A5FAC9F-4400-1106-D9FD-5EF274BB7611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 extrusionH="762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A5C2032-D836-054E-A055-F8CEC75E6E7C}"/>
              </a:ext>
            </a:extLst>
          </p:cNvPr>
          <p:cNvSpPr/>
          <p:nvPr/>
        </p:nvSpPr>
        <p:spPr>
          <a:xfrm>
            <a:off x="6031804" y="910606"/>
            <a:ext cx="125028" cy="5036533"/>
          </a:xfrm>
          <a:prstGeom prst="rect">
            <a:avLst/>
          </a:prstGeom>
          <a:gradFill>
            <a:gsLst>
              <a:gs pos="100000">
                <a:srgbClr val="3F8BB6"/>
              </a:gs>
              <a:gs pos="30000">
                <a:srgbClr val="88D0E8"/>
              </a:gs>
              <a:gs pos="61000">
                <a:srgbClr val="FDD073"/>
              </a:gs>
              <a:gs pos="76000">
                <a:srgbClr val="5CACD8"/>
              </a:gs>
            </a:gsLst>
            <a:lin ang="5400000" scaled="1"/>
          </a:gradFill>
          <a:ln>
            <a:noFill/>
          </a:ln>
          <a:scene3d>
            <a:camera prst="perspectiveRelaxedModerately" fov="3300000">
              <a:rot lat="18000000" lon="0" rev="0"/>
            </a:camera>
            <a:lightRig rig="threePt" dir="t"/>
          </a:scene3d>
          <a:sp3d extrusionH="762000">
            <a:extrusionClr>
              <a:srgbClr val="38799A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FB6A230-D5F6-6862-EB6B-75D7F5E49326}"/>
              </a:ext>
            </a:extLst>
          </p:cNvPr>
          <p:cNvGrpSpPr/>
          <p:nvPr/>
        </p:nvGrpSpPr>
        <p:grpSpPr>
          <a:xfrm>
            <a:off x="2837024" y="986898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47A5DE6-BEC8-28BE-05B2-66B7DCBBF6EE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rgbClr val="38799A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10</a:t>
              </a:r>
            </a:p>
            <a:p>
              <a:pPr algn="ctr"/>
              <a:endParaRPr lang="en-ID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6D440D7-C536-A9F9-FDB3-240601B93B07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53BC306-6BB2-5661-2D43-E3EC67D9964B}"/>
              </a:ext>
            </a:extLst>
          </p:cNvPr>
          <p:cNvGrpSpPr/>
          <p:nvPr/>
        </p:nvGrpSpPr>
        <p:grpSpPr>
          <a:xfrm>
            <a:off x="2838911" y="974842"/>
            <a:ext cx="6677761" cy="4911793"/>
            <a:chOff x="2825415" y="855662"/>
            <a:chExt cx="6708451" cy="4911793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839F04-6FCF-4E28-8AF9-96C6F72EA1E7}"/>
                </a:ext>
              </a:extLst>
            </p:cNvPr>
            <p:cNvSpPr/>
            <p:nvPr/>
          </p:nvSpPr>
          <p:spPr>
            <a:xfrm>
              <a:off x="6168096" y="855662"/>
              <a:ext cx="3365770" cy="4873558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9</a:t>
              </a:r>
              <a:endParaRPr lang="en-ID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58FCB39-FB88-778B-FFF4-6C607F5A4613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651FC1D-7A86-2230-FCFF-725E7EE852FE}"/>
              </a:ext>
            </a:extLst>
          </p:cNvPr>
          <p:cNvGrpSpPr/>
          <p:nvPr/>
        </p:nvGrpSpPr>
        <p:grpSpPr>
          <a:xfrm>
            <a:off x="2840269" y="979437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DE46851-B2E1-3F18-2B50-DC1DDAF17935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grp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8</a:t>
              </a:r>
              <a:endParaRPr lang="en-ID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67D7295-29A3-97CA-8883-DA4C98607617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DFB5955-D656-9412-9930-45915E5515E2}"/>
              </a:ext>
            </a:extLst>
          </p:cNvPr>
          <p:cNvGrpSpPr/>
          <p:nvPr/>
        </p:nvGrpSpPr>
        <p:grpSpPr>
          <a:xfrm>
            <a:off x="2836151" y="983274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905B60A-A675-A403-5C30-0AEAA99FB56B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7</a:t>
              </a:r>
              <a:endParaRPr lang="en-ID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E290796-06EB-8FEA-A641-38DD08B8D820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84FC2CA-A6D5-A92B-CA06-ABDF97717133}"/>
              </a:ext>
            </a:extLst>
          </p:cNvPr>
          <p:cNvGrpSpPr/>
          <p:nvPr/>
        </p:nvGrpSpPr>
        <p:grpSpPr>
          <a:xfrm>
            <a:off x="2839671" y="986911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DB75C82-E470-8E6B-B6EE-CA5D47D6F9B4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6</a:t>
              </a:r>
              <a:endParaRPr lang="en-ID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3B1B17E-9301-5677-3E85-54C9AB8D19FF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5651508-88DB-AD30-CEC2-F3B51287FCEC}"/>
              </a:ext>
            </a:extLst>
          </p:cNvPr>
          <p:cNvGrpSpPr/>
          <p:nvPr/>
        </p:nvGrpSpPr>
        <p:grpSpPr>
          <a:xfrm>
            <a:off x="2837278" y="979237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F7CB261-390B-4D00-24C8-EDEEE2069AF6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rgbClr val="DAB97B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5</a:t>
              </a:r>
              <a:endParaRPr lang="en-ID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8BD99B8-E1ED-AB37-BCE2-789E07B37AB7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DC655EA-8C53-1FE0-BFF2-861274AFB2D3}"/>
              </a:ext>
            </a:extLst>
          </p:cNvPr>
          <p:cNvGrpSpPr/>
          <p:nvPr/>
        </p:nvGrpSpPr>
        <p:grpSpPr>
          <a:xfrm>
            <a:off x="2847642" y="988798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CF01553-36B5-6BDE-ACAF-E6B8ABAE203C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4</a:t>
              </a:r>
              <a:endParaRPr lang="en-ID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1696AFEF-16FB-BA13-6E00-1534710EC1C6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9A2E4C30-BCD0-2056-1081-BE5E9F2838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122"/>
          <a:stretch>
            <a:fillRect/>
          </a:stretch>
        </p:blipFill>
        <p:spPr>
          <a:xfrm rot="9147290" flipV="1">
            <a:off x="6700033" y="3039240"/>
            <a:ext cx="1629833" cy="654183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B99D23C1-4529-5DB6-F6B6-1D709AC034E7}"/>
              </a:ext>
            </a:extLst>
          </p:cNvPr>
          <p:cNvGrpSpPr/>
          <p:nvPr/>
        </p:nvGrpSpPr>
        <p:grpSpPr>
          <a:xfrm>
            <a:off x="2853077" y="984792"/>
            <a:ext cx="6668617" cy="4885192"/>
            <a:chOff x="2825415" y="882263"/>
            <a:chExt cx="6699265" cy="4885192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contrasting" dir="t"/>
          </a:scene3d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982E0C2-B896-487B-9F49-F6BE5158DD5F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DFDA335-B5A7-7F4F-B6B8-6FD5FD2C0DC5}"/>
                </a:ext>
              </a:extLst>
            </p:cNvPr>
            <p:cNvSpPr/>
            <p:nvPr/>
          </p:nvSpPr>
          <p:spPr>
            <a:xfrm>
              <a:off x="6158910" y="882263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3</a:t>
              </a:r>
              <a:endParaRPr lang="en-ID" dirty="0"/>
            </a:p>
          </p:txBody>
        </p:sp>
      </p:grpSp>
      <p:grpSp>
        <p:nvGrpSpPr>
          <p:cNvPr id="2" name="cover">
            <a:extLst>
              <a:ext uri="{FF2B5EF4-FFF2-40B4-BE49-F238E27FC236}">
                <a16:creationId xmlns:a16="http://schemas.microsoft.com/office/drawing/2014/main" id="{19961995-1E0D-86A0-5E89-B0010C1971A6}"/>
              </a:ext>
            </a:extLst>
          </p:cNvPr>
          <p:cNvGrpSpPr/>
          <p:nvPr/>
        </p:nvGrpSpPr>
        <p:grpSpPr>
          <a:xfrm>
            <a:off x="2631506" y="971365"/>
            <a:ext cx="7050652" cy="5085733"/>
            <a:chOff x="2564524" y="861533"/>
            <a:chExt cx="7050652" cy="5085733"/>
          </a:xfrm>
          <a:scene3d>
            <a:camera prst="perspectiveRelaxedModerately" fov="3300000">
              <a:rot lat="18000000" lon="10800000" rev="0"/>
            </a:camera>
            <a:lightRig rig="threePt" dir="t"/>
          </a:scene3d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18596E1-B9A3-B890-A8E3-C81051CA35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3700" y="861533"/>
              <a:ext cx="3531476" cy="5036533"/>
            </a:xfrm>
            <a:prstGeom prst="rect">
              <a:avLst/>
            </a:prstGeom>
            <a:sp3d extrusionH="127000"/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C133A9E-679A-9882-BC84-7A2357F6B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4524" y="910733"/>
              <a:ext cx="3531476" cy="5036533"/>
            </a:xfrm>
            <a:prstGeom prst="rect">
              <a:avLst/>
            </a:prstGeom>
            <a:ln>
              <a:noFill/>
            </a:ln>
            <a:sp3d extrusionH="127000"/>
          </p:spPr>
        </p:pic>
      </p:grpSp>
      <p:grpSp>
        <p:nvGrpSpPr>
          <p:cNvPr id="49" name="hal 1">
            <a:extLst>
              <a:ext uri="{FF2B5EF4-FFF2-40B4-BE49-F238E27FC236}">
                <a16:creationId xmlns:a16="http://schemas.microsoft.com/office/drawing/2014/main" id="{A5C7EB92-C89D-3E9E-7FC6-5BBC78B092BC}"/>
              </a:ext>
            </a:extLst>
          </p:cNvPr>
          <p:cNvGrpSpPr/>
          <p:nvPr/>
        </p:nvGrpSpPr>
        <p:grpSpPr>
          <a:xfrm>
            <a:off x="2589558" y="983630"/>
            <a:ext cx="6829830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2AB9562-3EDD-5E36-3984-B0BA50664C13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1</a:t>
              </a:r>
              <a:endParaRPr lang="en-ID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87103C15-1DAE-AA15-EE9D-FEB1D23954A6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5" name="hal 2">
            <a:extLst>
              <a:ext uri="{FF2B5EF4-FFF2-40B4-BE49-F238E27FC236}">
                <a16:creationId xmlns:a16="http://schemas.microsoft.com/office/drawing/2014/main" id="{EA55D3D1-1C5A-9A29-1D10-AEAB88FDE8EC}"/>
              </a:ext>
            </a:extLst>
          </p:cNvPr>
          <p:cNvGrpSpPr/>
          <p:nvPr/>
        </p:nvGrpSpPr>
        <p:grpSpPr>
          <a:xfrm>
            <a:off x="2595524" y="982403"/>
            <a:ext cx="7327195" cy="4878568"/>
            <a:chOff x="2825415" y="893897"/>
            <a:chExt cx="6644783" cy="4878568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AE1C2D4-55F7-E992-BDA8-FFBAF9C8E7A3}"/>
                </a:ext>
              </a:extLst>
            </p:cNvPr>
            <p:cNvSpPr/>
            <p:nvPr/>
          </p:nvSpPr>
          <p:spPr>
            <a:xfrm>
              <a:off x="6104427" y="898907"/>
              <a:ext cx="3365771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noFill/>
                </a:rPr>
                <a:t>Hal 2</a:t>
              </a:r>
              <a:endParaRPr lang="en-ID" dirty="0">
                <a:noFill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6E1595E-3D69-750C-A909-E98C42632F53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</p:spTree>
    <p:extLst>
      <p:ext uri="{BB962C8B-B14F-4D97-AF65-F5344CB8AC3E}">
        <p14:creationId xmlns:p14="http://schemas.microsoft.com/office/powerpoint/2010/main" val="21913706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rgbClr val="38799A"/>
            </a:gs>
            <a:gs pos="90000">
              <a:schemeClr val="accent1">
                <a:lumMod val="10000"/>
                <a:lumOff val="9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BA8C04-8F8E-4344-86E0-A4FD30E81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677D070-CD0A-65C8-222A-5C60E3E6A253}"/>
              </a:ext>
            </a:extLst>
          </p:cNvPr>
          <p:cNvGrpSpPr/>
          <p:nvPr/>
        </p:nvGrpSpPr>
        <p:grpSpPr>
          <a:xfrm>
            <a:off x="2485087" y="1633557"/>
            <a:ext cx="7062952" cy="5036533"/>
            <a:chOff x="2564524" y="910733"/>
            <a:chExt cx="7062952" cy="5036533"/>
          </a:xfrm>
          <a:scene3d>
            <a:camera prst="perspectiveRelaxedModerately" fov="3300000">
              <a:rot lat="18000000" lon="0" rev="0"/>
            </a:camera>
            <a:lightRig rig="threePt" dir="t"/>
          </a:scene3d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F876653-A21D-3C1D-C85E-47124D29A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910733"/>
              <a:ext cx="3531476" cy="5036533"/>
            </a:xfrm>
            <a:prstGeom prst="rect">
              <a:avLst/>
            </a:prstGeom>
            <a:sp3d extrusionH="127000"/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80CD92A-D3A4-1A02-C528-16F01836E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4524" y="910733"/>
              <a:ext cx="3531476" cy="5036533"/>
            </a:xfrm>
            <a:prstGeom prst="rect">
              <a:avLst/>
            </a:prstGeom>
            <a:ln>
              <a:noFill/>
            </a:ln>
            <a:sp3d extrusionH="127000"/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847B22D-79DA-247F-292F-277F547CE6FD}"/>
              </a:ext>
            </a:extLst>
          </p:cNvPr>
          <p:cNvGrpSpPr/>
          <p:nvPr/>
        </p:nvGrpSpPr>
        <p:grpSpPr>
          <a:xfrm>
            <a:off x="2772613" y="992093"/>
            <a:ext cx="6731540" cy="4873558"/>
            <a:chOff x="2825415" y="893897"/>
            <a:chExt cx="6731540" cy="4873558"/>
          </a:xfrm>
          <a:solidFill>
            <a:schemeClr val="bg1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069A272-A8D4-5739-5F08-6813F4A16788}"/>
                </a:ext>
              </a:extLst>
            </p:cNvPr>
            <p:cNvSpPr/>
            <p:nvPr/>
          </p:nvSpPr>
          <p:spPr>
            <a:xfrm>
              <a:off x="6191185" y="893897"/>
              <a:ext cx="3365770" cy="4873558"/>
            </a:xfrm>
            <a:prstGeom prst="rect">
              <a:avLst/>
            </a:prstGeom>
            <a:grpFill/>
            <a:ln>
              <a:noFill/>
            </a:ln>
            <a:sp3d extrusionH="762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12B1758-2EAE-394E-5D18-27B9ADFCD715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 extrusionH="762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92C0F71A-9AEA-34BF-221C-6B1B14C00D59}"/>
              </a:ext>
            </a:extLst>
          </p:cNvPr>
          <p:cNvSpPr/>
          <p:nvPr/>
        </p:nvSpPr>
        <p:spPr>
          <a:xfrm>
            <a:off x="6031804" y="910606"/>
            <a:ext cx="125028" cy="5036533"/>
          </a:xfrm>
          <a:prstGeom prst="rect">
            <a:avLst/>
          </a:prstGeom>
          <a:gradFill>
            <a:gsLst>
              <a:gs pos="100000">
                <a:srgbClr val="3F8BB6"/>
              </a:gs>
              <a:gs pos="30000">
                <a:srgbClr val="88D0E8"/>
              </a:gs>
              <a:gs pos="61000">
                <a:srgbClr val="FDD073"/>
              </a:gs>
              <a:gs pos="76000">
                <a:srgbClr val="5CACD8"/>
              </a:gs>
            </a:gsLst>
            <a:lin ang="5400000" scaled="1"/>
          </a:gradFill>
          <a:ln>
            <a:noFill/>
          </a:ln>
          <a:scene3d>
            <a:camera prst="perspectiveRelaxedModerately" fov="3300000">
              <a:rot lat="18000000" lon="0" rev="0"/>
            </a:camera>
            <a:lightRig rig="threePt" dir="t"/>
          </a:scene3d>
          <a:sp3d extrusionH="762000">
            <a:extrusionClr>
              <a:srgbClr val="38799A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C7FB7A8-0C5E-4CE8-E14F-1D13706B1DAD}"/>
              </a:ext>
            </a:extLst>
          </p:cNvPr>
          <p:cNvGrpSpPr/>
          <p:nvPr/>
        </p:nvGrpSpPr>
        <p:grpSpPr>
          <a:xfrm>
            <a:off x="2837024" y="986898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C16FFF8-8A40-B935-8AA0-2FDD11E6031D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rgbClr val="38799A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10</a:t>
              </a:r>
            </a:p>
            <a:p>
              <a:pPr algn="ctr"/>
              <a:endParaRPr lang="en-ID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E8E7E3D-2853-7C6E-2268-988FC0683B2D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BD90816-0CFB-F80A-779A-017BC5D94489}"/>
              </a:ext>
            </a:extLst>
          </p:cNvPr>
          <p:cNvGrpSpPr/>
          <p:nvPr/>
        </p:nvGrpSpPr>
        <p:grpSpPr>
          <a:xfrm>
            <a:off x="2838911" y="974842"/>
            <a:ext cx="6677761" cy="4911793"/>
            <a:chOff x="2825415" y="855662"/>
            <a:chExt cx="6708451" cy="4911793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8A26E28-434D-A965-E47D-35F23517B18E}"/>
                </a:ext>
              </a:extLst>
            </p:cNvPr>
            <p:cNvSpPr/>
            <p:nvPr/>
          </p:nvSpPr>
          <p:spPr>
            <a:xfrm>
              <a:off x="6168096" y="855662"/>
              <a:ext cx="3365770" cy="4873558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9</a:t>
              </a:r>
              <a:endParaRPr lang="en-ID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E88346-B83E-C4FB-36DA-CFE1ACA90798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8083254-EF87-A070-6B8B-9E41B252095A}"/>
              </a:ext>
            </a:extLst>
          </p:cNvPr>
          <p:cNvGrpSpPr/>
          <p:nvPr/>
        </p:nvGrpSpPr>
        <p:grpSpPr>
          <a:xfrm>
            <a:off x="2840269" y="979437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A7C692F-07D8-AE53-4CE5-18EEED0C3CBB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grp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8</a:t>
              </a:r>
              <a:endParaRPr lang="en-ID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23D809-F69B-6521-2246-ADF5DCAAD459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4366916-5CFD-58B5-1742-DB3648050B2B}"/>
              </a:ext>
            </a:extLst>
          </p:cNvPr>
          <p:cNvGrpSpPr/>
          <p:nvPr/>
        </p:nvGrpSpPr>
        <p:grpSpPr>
          <a:xfrm>
            <a:off x="2836151" y="983274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3DF50C5-C06D-C8B6-B97B-677FCEDAA355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7</a:t>
              </a:r>
              <a:endParaRPr lang="en-ID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7C5E125-2771-3FD5-D786-A94DB6403E6A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B728382-D20F-C998-0810-BF6FC284EC86}"/>
              </a:ext>
            </a:extLst>
          </p:cNvPr>
          <p:cNvGrpSpPr/>
          <p:nvPr/>
        </p:nvGrpSpPr>
        <p:grpSpPr>
          <a:xfrm>
            <a:off x="2839671" y="986911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B52549B9-3F30-25B1-8CC5-8B8AF0BC39CA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6</a:t>
              </a:r>
              <a:endParaRPr lang="en-ID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CA5E283-8604-F6AE-7B1C-BF210DE5815E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A11BB42-0586-06B2-B9D5-8E7DEE2B48AB}"/>
              </a:ext>
            </a:extLst>
          </p:cNvPr>
          <p:cNvGrpSpPr/>
          <p:nvPr/>
        </p:nvGrpSpPr>
        <p:grpSpPr>
          <a:xfrm>
            <a:off x="2837278" y="979237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B430B2B-0E23-94F1-B447-FF67FAD94261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5</a:t>
              </a:r>
              <a:endParaRPr lang="en-ID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98EB85E-1758-D011-4634-A700D1C90727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7F2F930-FB40-A04F-6EDC-B41D353D7B2E}"/>
              </a:ext>
            </a:extLst>
          </p:cNvPr>
          <p:cNvGrpSpPr/>
          <p:nvPr/>
        </p:nvGrpSpPr>
        <p:grpSpPr>
          <a:xfrm>
            <a:off x="2847642" y="988798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contrasting" dir="t"/>
          </a:scene3d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3AB4CD5-82EC-A812-2058-70125D8186DD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noFill/>
                </a:rPr>
                <a:t>Hal 4</a:t>
              </a:r>
              <a:endParaRPr lang="en-ID" dirty="0">
                <a:noFill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3315C7A3-1CAB-CE24-EF7D-F12C1DAA1159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>
                <a:noFill/>
              </a:endParaRPr>
            </a:p>
          </p:txBody>
        </p:sp>
      </p:grpSp>
      <p:grpSp>
        <p:nvGrpSpPr>
          <p:cNvPr id="2" name="cover">
            <a:extLst>
              <a:ext uri="{FF2B5EF4-FFF2-40B4-BE49-F238E27FC236}">
                <a16:creationId xmlns:a16="http://schemas.microsoft.com/office/drawing/2014/main" id="{51354E99-7FE1-8DA2-041F-9898D63EA81B}"/>
              </a:ext>
            </a:extLst>
          </p:cNvPr>
          <p:cNvGrpSpPr/>
          <p:nvPr/>
        </p:nvGrpSpPr>
        <p:grpSpPr>
          <a:xfrm>
            <a:off x="2631506" y="971365"/>
            <a:ext cx="7050652" cy="5085733"/>
            <a:chOff x="2564524" y="861533"/>
            <a:chExt cx="7050652" cy="5085733"/>
          </a:xfrm>
          <a:scene3d>
            <a:camera prst="perspectiveRelaxedModerately" fov="3300000">
              <a:rot lat="18000000" lon="10800000" rev="0"/>
            </a:camera>
            <a:lightRig rig="threePt" dir="t"/>
          </a:scene3d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02603C5-5B9C-CF12-7AC0-AB414E9C2D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3700" y="861533"/>
              <a:ext cx="3531476" cy="5036533"/>
            </a:xfrm>
            <a:prstGeom prst="rect">
              <a:avLst/>
            </a:prstGeom>
            <a:sp3d extrusionH="127000"/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8353655-D7AB-755C-606F-EAACE6FEB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4524" y="910733"/>
              <a:ext cx="3531476" cy="5036533"/>
            </a:xfrm>
            <a:prstGeom prst="rect">
              <a:avLst/>
            </a:prstGeom>
            <a:ln>
              <a:noFill/>
            </a:ln>
            <a:sp3d extrusionH="127000"/>
          </p:spPr>
        </p:pic>
      </p:grpSp>
      <p:grpSp>
        <p:nvGrpSpPr>
          <p:cNvPr id="49" name="hal 1">
            <a:extLst>
              <a:ext uri="{FF2B5EF4-FFF2-40B4-BE49-F238E27FC236}">
                <a16:creationId xmlns:a16="http://schemas.microsoft.com/office/drawing/2014/main" id="{FC821A07-B721-2C4D-5440-5332579F8618}"/>
              </a:ext>
            </a:extLst>
          </p:cNvPr>
          <p:cNvGrpSpPr/>
          <p:nvPr/>
        </p:nvGrpSpPr>
        <p:grpSpPr>
          <a:xfrm>
            <a:off x="2589557" y="983630"/>
            <a:ext cx="7117356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62DF13A-1E30-B063-4316-602C5C48B5FE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1</a:t>
              </a:r>
              <a:endParaRPr lang="en-ID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C6C4657-EE8F-15BF-B09B-F1828D3DB3E3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5" name="hal 2">
            <a:extLst>
              <a:ext uri="{FF2B5EF4-FFF2-40B4-BE49-F238E27FC236}">
                <a16:creationId xmlns:a16="http://schemas.microsoft.com/office/drawing/2014/main" id="{FCEA0D59-86CF-E78A-706E-2BE3FEFABC7B}"/>
              </a:ext>
            </a:extLst>
          </p:cNvPr>
          <p:cNvGrpSpPr/>
          <p:nvPr/>
        </p:nvGrpSpPr>
        <p:grpSpPr>
          <a:xfrm>
            <a:off x="2624146" y="982403"/>
            <a:ext cx="7054017" cy="4878568"/>
            <a:chOff x="2825415" y="893897"/>
            <a:chExt cx="6644783" cy="4878568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96DB791-5056-5F47-2BA2-0FBA4ADCD0D2}"/>
                </a:ext>
              </a:extLst>
            </p:cNvPr>
            <p:cNvSpPr/>
            <p:nvPr/>
          </p:nvSpPr>
          <p:spPr>
            <a:xfrm>
              <a:off x="6104427" y="898907"/>
              <a:ext cx="3365771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2</a:t>
              </a:r>
              <a:endParaRPr lang="en-ID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5390754-0E3A-3EFC-85EE-6D0B31A159C3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BD929D7-DDD0-BF2F-1C3D-27F4FCC7AF9F}"/>
              </a:ext>
            </a:extLst>
          </p:cNvPr>
          <p:cNvGrpSpPr/>
          <p:nvPr/>
        </p:nvGrpSpPr>
        <p:grpSpPr>
          <a:xfrm>
            <a:off x="2579242" y="978709"/>
            <a:ext cx="7447260" cy="4885192"/>
            <a:chOff x="2825415" y="882263"/>
            <a:chExt cx="6699265" cy="4885192"/>
          </a:xfrm>
          <a:solidFill>
            <a:schemeClr val="bg1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8AAB003-20FE-19BD-81D1-25A4F75335A5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>
                <a:noFill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67E8896-E4DF-DB54-35E3-0E7A8D9037A8}"/>
                </a:ext>
              </a:extLst>
            </p:cNvPr>
            <p:cNvSpPr/>
            <p:nvPr/>
          </p:nvSpPr>
          <p:spPr>
            <a:xfrm>
              <a:off x="6158910" y="882263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noFill/>
                </a:rPr>
                <a:t>Hal 3</a:t>
              </a:r>
              <a:endParaRPr lang="en-ID" dirty="0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66121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rgbClr val="38799A"/>
            </a:gs>
            <a:gs pos="90000">
              <a:schemeClr val="accent1">
                <a:lumMod val="10000"/>
                <a:lumOff val="9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6BB45D-499F-10F9-72F3-96791DE98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B55DC6BD-591F-0788-636F-A7CF32863A2D}"/>
              </a:ext>
            </a:extLst>
          </p:cNvPr>
          <p:cNvGrpSpPr/>
          <p:nvPr/>
        </p:nvGrpSpPr>
        <p:grpSpPr>
          <a:xfrm>
            <a:off x="2485087" y="1633557"/>
            <a:ext cx="7062952" cy="5036533"/>
            <a:chOff x="2564524" y="910733"/>
            <a:chExt cx="7062952" cy="5036533"/>
          </a:xfrm>
          <a:scene3d>
            <a:camera prst="perspectiveRelaxedModerately" fov="3300000">
              <a:rot lat="18000000" lon="0" rev="0"/>
            </a:camera>
            <a:lightRig rig="threePt" dir="t"/>
          </a:scene3d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3CE61BF-60C9-B5EB-3E38-DB62F67FB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910733"/>
              <a:ext cx="3531476" cy="5036533"/>
            </a:xfrm>
            <a:prstGeom prst="rect">
              <a:avLst/>
            </a:prstGeom>
            <a:sp3d extrusionH="127000"/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00B3326-5352-2507-6DD8-EDA4622B5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4524" y="910733"/>
              <a:ext cx="3531476" cy="5036533"/>
            </a:xfrm>
            <a:prstGeom prst="rect">
              <a:avLst/>
            </a:prstGeom>
            <a:ln>
              <a:noFill/>
            </a:ln>
            <a:sp3d extrusionH="127000"/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F7275DA-9E32-F397-6079-B3FA20396102}"/>
              </a:ext>
            </a:extLst>
          </p:cNvPr>
          <p:cNvGrpSpPr/>
          <p:nvPr/>
        </p:nvGrpSpPr>
        <p:grpSpPr>
          <a:xfrm>
            <a:off x="2772613" y="992093"/>
            <a:ext cx="6731540" cy="4873558"/>
            <a:chOff x="2825415" y="893897"/>
            <a:chExt cx="6731540" cy="4873558"/>
          </a:xfrm>
          <a:solidFill>
            <a:schemeClr val="bg1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49D09D3-D99D-7234-86A6-7CEC66788567}"/>
                </a:ext>
              </a:extLst>
            </p:cNvPr>
            <p:cNvSpPr/>
            <p:nvPr/>
          </p:nvSpPr>
          <p:spPr>
            <a:xfrm>
              <a:off x="6191185" y="893897"/>
              <a:ext cx="3365770" cy="4873558"/>
            </a:xfrm>
            <a:prstGeom prst="rect">
              <a:avLst/>
            </a:prstGeom>
            <a:grpFill/>
            <a:ln>
              <a:noFill/>
            </a:ln>
            <a:sp3d extrusionH="762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1FACB9B-C199-B38C-9F95-C53B05C46B17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 extrusionH="762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F1DF8187-EA9A-3186-A4A5-838CD843D12E}"/>
              </a:ext>
            </a:extLst>
          </p:cNvPr>
          <p:cNvSpPr/>
          <p:nvPr/>
        </p:nvSpPr>
        <p:spPr>
          <a:xfrm>
            <a:off x="6031804" y="910606"/>
            <a:ext cx="125028" cy="5036533"/>
          </a:xfrm>
          <a:prstGeom prst="rect">
            <a:avLst/>
          </a:prstGeom>
          <a:gradFill>
            <a:gsLst>
              <a:gs pos="100000">
                <a:srgbClr val="3F8BB6"/>
              </a:gs>
              <a:gs pos="30000">
                <a:srgbClr val="88D0E8"/>
              </a:gs>
              <a:gs pos="61000">
                <a:srgbClr val="FDD073"/>
              </a:gs>
              <a:gs pos="76000">
                <a:srgbClr val="5CACD8"/>
              </a:gs>
            </a:gsLst>
            <a:lin ang="5400000" scaled="1"/>
          </a:gradFill>
          <a:ln>
            <a:noFill/>
          </a:ln>
          <a:scene3d>
            <a:camera prst="perspectiveRelaxedModerately" fov="3300000">
              <a:rot lat="18000000" lon="0" rev="0"/>
            </a:camera>
            <a:lightRig rig="threePt" dir="t"/>
          </a:scene3d>
          <a:sp3d extrusionH="762000">
            <a:extrusionClr>
              <a:srgbClr val="38799A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4A5CECA-F931-6E6D-D335-FE8AB531CCE8}"/>
              </a:ext>
            </a:extLst>
          </p:cNvPr>
          <p:cNvGrpSpPr/>
          <p:nvPr/>
        </p:nvGrpSpPr>
        <p:grpSpPr>
          <a:xfrm>
            <a:off x="2837024" y="986898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982ADD3-B041-B823-3C5A-91E3118E1815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rgbClr val="38799A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10</a:t>
              </a:r>
            </a:p>
            <a:p>
              <a:pPr algn="ctr"/>
              <a:endParaRPr lang="en-ID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C74C97F-5000-3B3E-90A1-478639945A90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6BF6B62-2F52-35AA-C53A-370AC39C02DD}"/>
              </a:ext>
            </a:extLst>
          </p:cNvPr>
          <p:cNvGrpSpPr/>
          <p:nvPr/>
        </p:nvGrpSpPr>
        <p:grpSpPr>
          <a:xfrm>
            <a:off x="2838911" y="974842"/>
            <a:ext cx="6677761" cy="4911793"/>
            <a:chOff x="2825415" y="855662"/>
            <a:chExt cx="6708451" cy="4911793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9EE0B7E-FE70-A64C-67FB-E6271038368A}"/>
                </a:ext>
              </a:extLst>
            </p:cNvPr>
            <p:cNvSpPr/>
            <p:nvPr/>
          </p:nvSpPr>
          <p:spPr>
            <a:xfrm>
              <a:off x="6168096" y="855662"/>
              <a:ext cx="3365770" cy="4873558"/>
            </a:xfrm>
            <a:prstGeom prst="rect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9</a:t>
              </a:r>
              <a:endParaRPr lang="en-ID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BAEC35A-ACAC-50A6-A68B-DCDA31673093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5EF7C5F-330B-34F2-1A3F-5ADB603D43C6}"/>
              </a:ext>
            </a:extLst>
          </p:cNvPr>
          <p:cNvGrpSpPr/>
          <p:nvPr/>
        </p:nvGrpSpPr>
        <p:grpSpPr>
          <a:xfrm>
            <a:off x="2840269" y="979437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43FDBC3-7F59-4BB7-9081-C27D91D2C4CB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grp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8</a:t>
              </a:r>
              <a:endParaRPr lang="en-ID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F298F73-7E7A-BE37-5754-1E15A5D46486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F1DDAD9-F68A-32BF-A1EF-F15A93F354AF}"/>
              </a:ext>
            </a:extLst>
          </p:cNvPr>
          <p:cNvGrpSpPr/>
          <p:nvPr/>
        </p:nvGrpSpPr>
        <p:grpSpPr>
          <a:xfrm>
            <a:off x="2836151" y="983274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67D4E166-8F03-D9E3-F077-54219AA0E6A9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7</a:t>
              </a:r>
              <a:endParaRPr lang="en-ID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5E051E5-270C-FDEA-E68D-F1206DA2BF86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1F8CD7F-95DD-B146-752C-772E88AFBDBA}"/>
              </a:ext>
            </a:extLst>
          </p:cNvPr>
          <p:cNvGrpSpPr/>
          <p:nvPr/>
        </p:nvGrpSpPr>
        <p:grpSpPr>
          <a:xfrm>
            <a:off x="2839671" y="986911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9B6799D-1E32-D878-6C12-5F298CA13C16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6</a:t>
              </a:r>
              <a:endParaRPr lang="en-ID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AB5D2F8-1E38-ACCD-AFF6-E88CD4A6EC9A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6D97BB7-012D-90F4-198B-B5D2D5409F11}"/>
              </a:ext>
            </a:extLst>
          </p:cNvPr>
          <p:cNvGrpSpPr/>
          <p:nvPr/>
        </p:nvGrpSpPr>
        <p:grpSpPr>
          <a:xfrm>
            <a:off x="2837278" y="979237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contrasting" dir="t"/>
          </a:scene3d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B24B661-07CA-A4BF-300B-4F7BC452156A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noFill/>
                </a:rPr>
                <a:t>Hal 5</a:t>
              </a:r>
              <a:endParaRPr lang="en-ID" dirty="0">
                <a:noFill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C5EBBB7-1BC7-0363-6B14-980509658778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2" name="cover">
            <a:extLst>
              <a:ext uri="{FF2B5EF4-FFF2-40B4-BE49-F238E27FC236}">
                <a16:creationId xmlns:a16="http://schemas.microsoft.com/office/drawing/2014/main" id="{2BFFF882-FFB8-28FE-A925-33466F40909A}"/>
              </a:ext>
            </a:extLst>
          </p:cNvPr>
          <p:cNvGrpSpPr/>
          <p:nvPr/>
        </p:nvGrpSpPr>
        <p:grpSpPr>
          <a:xfrm>
            <a:off x="2608149" y="971365"/>
            <a:ext cx="7050652" cy="5085733"/>
            <a:chOff x="2564524" y="861533"/>
            <a:chExt cx="7050652" cy="5085733"/>
          </a:xfrm>
          <a:scene3d>
            <a:camera prst="perspectiveRelaxedModerately" fov="3300000">
              <a:rot lat="18000000" lon="10800000" rev="0"/>
            </a:camera>
            <a:lightRig rig="threePt" dir="t"/>
          </a:scene3d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E448C97-D3BD-730F-4ECF-0CE29EC555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3700" y="861533"/>
              <a:ext cx="3531476" cy="5036533"/>
            </a:xfrm>
            <a:prstGeom prst="rect">
              <a:avLst/>
            </a:prstGeom>
            <a:sp3d extrusionH="127000"/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6BEA4EB-0AC2-B908-5E67-68B4BA0C8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4524" y="910733"/>
              <a:ext cx="3531476" cy="5036533"/>
            </a:xfrm>
            <a:prstGeom prst="rect">
              <a:avLst/>
            </a:prstGeom>
            <a:ln>
              <a:noFill/>
            </a:ln>
            <a:sp3d extrusionH="127000"/>
          </p:spPr>
        </p:pic>
      </p:grpSp>
      <p:grpSp>
        <p:nvGrpSpPr>
          <p:cNvPr id="49" name="hal 1">
            <a:extLst>
              <a:ext uri="{FF2B5EF4-FFF2-40B4-BE49-F238E27FC236}">
                <a16:creationId xmlns:a16="http://schemas.microsoft.com/office/drawing/2014/main" id="{4EFCD16E-7787-AB1F-D47C-569AD23B5BC1}"/>
              </a:ext>
            </a:extLst>
          </p:cNvPr>
          <p:cNvGrpSpPr/>
          <p:nvPr/>
        </p:nvGrpSpPr>
        <p:grpSpPr>
          <a:xfrm>
            <a:off x="2589557" y="983630"/>
            <a:ext cx="7117356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772CD3B-DF86-220A-88A0-2A52D879E62F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1</a:t>
              </a:r>
              <a:endParaRPr lang="en-ID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5784319-3F84-5C6A-3A98-373D796994F1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5" name="hal 2">
            <a:extLst>
              <a:ext uri="{FF2B5EF4-FFF2-40B4-BE49-F238E27FC236}">
                <a16:creationId xmlns:a16="http://schemas.microsoft.com/office/drawing/2014/main" id="{11684BB5-789A-83ED-490C-756910F097BD}"/>
              </a:ext>
            </a:extLst>
          </p:cNvPr>
          <p:cNvGrpSpPr/>
          <p:nvPr/>
        </p:nvGrpSpPr>
        <p:grpSpPr>
          <a:xfrm>
            <a:off x="2624146" y="982403"/>
            <a:ext cx="7054017" cy="4878568"/>
            <a:chOff x="2825415" y="893897"/>
            <a:chExt cx="6644783" cy="4878568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715A397-E7B1-9E43-53D4-1B217EE45828}"/>
                </a:ext>
              </a:extLst>
            </p:cNvPr>
            <p:cNvSpPr/>
            <p:nvPr/>
          </p:nvSpPr>
          <p:spPr>
            <a:xfrm>
              <a:off x="6104427" y="898907"/>
              <a:ext cx="3365771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2</a:t>
              </a:r>
              <a:endParaRPr lang="en-ID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2A3F848-58A3-BCDB-16AB-87675C8B65B0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2" name="hal 3">
            <a:extLst>
              <a:ext uri="{FF2B5EF4-FFF2-40B4-BE49-F238E27FC236}">
                <a16:creationId xmlns:a16="http://schemas.microsoft.com/office/drawing/2014/main" id="{D18CE38A-3CAE-A0AC-05E5-400C5ACAEC52}"/>
              </a:ext>
            </a:extLst>
          </p:cNvPr>
          <p:cNvGrpSpPr/>
          <p:nvPr/>
        </p:nvGrpSpPr>
        <p:grpSpPr>
          <a:xfrm>
            <a:off x="2579242" y="978709"/>
            <a:ext cx="7142879" cy="4885192"/>
            <a:chOff x="2825415" y="882263"/>
            <a:chExt cx="6699265" cy="4885192"/>
          </a:xfrm>
          <a:solidFill>
            <a:schemeClr val="bg1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7A87F0CB-FDA8-051F-F71B-2F5327109C5B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>
                <a:solidFill>
                  <a:schemeClr val="bg1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B60412B3-6EF2-296E-3EC6-5917BADA034F}"/>
                </a:ext>
              </a:extLst>
            </p:cNvPr>
            <p:cNvSpPr/>
            <p:nvPr/>
          </p:nvSpPr>
          <p:spPr>
            <a:xfrm>
              <a:off x="6158910" y="882263"/>
              <a:ext cx="3365770" cy="4873558"/>
            </a:xfrm>
            <a:prstGeom prst="rect">
              <a:avLst/>
            </a:prstGeom>
            <a:grp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Hal 3</a:t>
              </a:r>
              <a:endParaRPr lang="en-ID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hal 4">
            <a:extLst>
              <a:ext uri="{FF2B5EF4-FFF2-40B4-BE49-F238E27FC236}">
                <a16:creationId xmlns:a16="http://schemas.microsoft.com/office/drawing/2014/main" id="{381B28AB-9602-97A6-80D4-7EE55394E6D8}"/>
              </a:ext>
            </a:extLst>
          </p:cNvPr>
          <p:cNvGrpSpPr/>
          <p:nvPr/>
        </p:nvGrpSpPr>
        <p:grpSpPr>
          <a:xfrm>
            <a:off x="2554943" y="988798"/>
            <a:ext cx="7321342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96D2CE6-F947-0F35-C36E-B5FE0292614D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noFill/>
                </a:rPr>
                <a:t>Hal 4</a:t>
              </a:r>
              <a:endParaRPr lang="en-ID" dirty="0">
                <a:noFill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3F08D-9D0A-8C7B-A503-D848BE484652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0264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rgbClr val="38799A"/>
            </a:gs>
            <a:gs pos="90000">
              <a:schemeClr val="accent1">
                <a:lumMod val="10000"/>
                <a:lumOff val="9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530386-ACF8-3C05-3B62-12DD071B5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87E817C-B838-D173-7B19-92AD341E5780}"/>
              </a:ext>
            </a:extLst>
          </p:cNvPr>
          <p:cNvGrpSpPr/>
          <p:nvPr/>
        </p:nvGrpSpPr>
        <p:grpSpPr>
          <a:xfrm>
            <a:off x="2485087" y="1633557"/>
            <a:ext cx="7062952" cy="5036533"/>
            <a:chOff x="2564524" y="910733"/>
            <a:chExt cx="7062952" cy="5036533"/>
          </a:xfrm>
          <a:scene3d>
            <a:camera prst="perspectiveRelaxedModerately" fov="3300000">
              <a:rot lat="18000000" lon="0" rev="0"/>
            </a:camera>
            <a:lightRig rig="threePt" dir="t"/>
          </a:scene3d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F0C56BB-0652-0F69-A9F5-B3CC3DE749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910733"/>
              <a:ext cx="3531476" cy="5036533"/>
            </a:xfrm>
            <a:prstGeom prst="rect">
              <a:avLst/>
            </a:prstGeom>
            <a:sp3d extrusionH="127000"/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42AC5CB7-F447-0A95-5892-07FBD5EE5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4524" y="910733"/>
              <a:ext cx="3531476" cy="5036533"/>
            </a:xfrm>
            <a:prstGeom prst="rect">
              <a:avLst/>
            </a:prstGeom>
            <a:ln>
              <a:noFill/>
            </a:ln>
            <a:sp3d extrusionH="127000"/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CA20805-661B-824F-523D-4F7232405419}"/>
              </a:ext>
            </a:extLst>
          </p:cNvPr>
          <p:cNvGrpSpPr/>
          <p:nvPr/>
        </p:nvGrpSpPr>
        <p:grpSpPr>
          <a:xfrm>
            <a:off x="2772613" y="992093"/>
            <a:ext cx="6731540" cy="4873558"/>
            <a:chOff x="2825415" y="893897"/>
            <a:chExt cx="6731540" cy="4873558"/>
          </a:xfrm>
          <a:solidFill>
            <a:schemeClr val="bg1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0704F0-1F59-89BD-69AB-3E26A19714AA}"/>
                </a:ext>
              </a:extLst>
            </p:cNvPr>
            <p:cNvSpPr/>
            <p:nvPr/>
          </p:nvSpPr>
          <p:spPr>
            <a:xfrm>
              <a:off x="6191185" y="893897"/>
              <a:ext cx="3365770" cy="4873558"/>
            </a:xfrm>
            <a:prstGeom prst="rect">
              <a:avLst/>
            </a:prstGeom>
            <a:grpFill/>
            <a:ln>
              <a:noFill/>
            </a:ln>
            <a:sp3d extrusionH="762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E96C9F0-6500-3040-33BF-F2805A5D47CB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 extrusionH="762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9BF44CB1-47EB-53C6-FD5C-5347548BC47C}"/>
              </a:ext>
            </a:extLst>
          </p:cNvPr>
          <p:cNvSpPr/>
          <p:nvPr/>
        </p:nvSpPr>
        <p:spPr>
          <a:xfrm>
            <a:off x="6031804" y="910606"/>
            <a:ext cx="125028" cy="5036533"/>
          </a:xfrm>
          <a:prstGeom prst="rect">
            <a:avLst/>
          </a:prstGeom>
          <a:gradFill>
            <a:gsLst>
              <a:gs pos="100000">
                <a:srgbClr val="3F8BB6"/>
              </a:gs>
              <a:gs pos="30000">
                <a:srgbClr val="88D0E8"/>
              </a:gs>
              <a:gs pos="61000">
                <a:srgbClr val="FDD073"/>
              </a:gs>
              <a:gs pos="76000">
                <a:srgbClr val="5CACD8"/>
              </a:gs>
            </a:gsLst>
            <a:lin ang="5400000" scaled="1"/>
          </a:gradFill>
          <a:ln>
            <a:noFill/>
          </a:ln>
          <a:scene3d>
            <a:camera prst="perspectiveRelaxedModerately" fov="3300000">
              <a:rot lat="18000000" lon="0" rev="0"/>
            </a:camera>
            <a:lightRig rig="threePt" dir="t"/>
          </a:scene3d>
          <a:sp3d extrusionH="762000">
            <a:extrusionClr>
              <a:srgbClr val="38799A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FABB60-6B19-DC76-ACA3-09FD7378DA2F}"/>
              </a:ext>
            </a:extLst>
          </p:cNvPr>
          <p:cNvGrpSpPr/>
          <p:nvPr/>
        </p:nvGrpSpPr>
        <p:grpSpPr>
          <a:xfrm>
            <a:off x="2837024" y="986898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F7DF247-BBD3-C47F-99E2-EF0C4E410B3B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rgbClr val="38799A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10</a:t>
              </a:r>
            </a:p>
            <a:p>
              <a:pPr algn="ctr"/>
              <a:endParaRPr lang="en-ID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5F34ABF-6828-96DD-F3F7-82EA41F9B831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7C1E3E7-4795-C863-D11F-16D84DD96E18}"/>
              </a:ext>
            </a:extLst>
          </p:cNvPr>
          <p:cNvGrpSpPr/>
          <p:nvPr/>
        </p:nvGrpSpPr>
        <p:grpSpPr>
          <a:xfrm>
            <a:off x="2838911" y="974842"/>
            <a:ext cx="6677761" cy="4911793"/>
            <a:chOff x="2825415" y="855662"/>
            <a:chExt cx="6708451" cy="4911793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FB5E880-ECE5-B5DB-AE39-E40EADD49CB5}"/>
                </a:ext>
              </a:extLst>
            </p:cNvPr>
            <p:cNvSpPr/>
            <p:nvPr/>
          </p:nvSpPr>
          <p:spPr>
            <a:xfrm>
              <a:off x="6168096" y="855662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9</a:t>
              </a:r>
              <a:endParaRPr lang="en-ID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19B7904-36B6-F6CC-09D7-2C4C058458E9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2AA8D5E-2F5D-0437-3AA2-C804053A5329}"/>
              </a:ext>
            </a:extLst>
          </p:cNvPr>
          <p:cNvGrpSpPr/>
          <p:nvPr/>
        </p:nvGrpSpPr>
        <p:grpSpPr>
          <a:xfrm>
            <a:off x="2840269" y="979437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7FF34D8-A855-A003-5092-82B2169A8C97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grp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8</a:t>
              </a:r>
              <a:endParaRPr lang="en-ID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AF6678D-8E3F-EDCE-513B-746916359B9E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C2F3D44-A0E6-B203-0132-094F5E2BB137}"/>
              </a:ext>
            </a:extLst>
          </p:cNvPr>
          <p:cNvGrpSpPr/>
          <p:nvPr/>
        </p:nvGrpSpPr>
        <p:grpSpPr>
          <a:xfrm>
            <a:off x="2836151" y="983274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1CE1179-2F25-927D-406C-F3FDF74211C7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7</a:t>
              </a:r>
              <a:endParaRPr lang="en-ID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F9E83A8-E09B-B2EB-6887-4D51C4B319F3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CB9071A-FFBE-0858-7093-AB57F28CA068}"/>
              </a:ext>
            </a:extLst>
          </p:cNvPr>
          <p:cNvGrpSpPr/>
          <p:nvPr/>
        </p:nvGrpSpPr>
        <p:grpSpPr>
          <a:xfrm>
            <a:off x="2830340" y="986911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contrasting" dir="t"/>
          </a:scene3d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824A584-5D6C-0184-9D69-9CC41F87E5C0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6</a:t>
              </a:r>
              <a:endParaRPr lang="en-ID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E8A184E-42FF-CD83-7091-726D3C0F707D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>
                <a:noFill/>
              </a:endParaRPr>
            </a:p>
          </p:txBody>
        </p:sp>
      </p:grpSp>
      <p:grpSp>
        <p:nvGrpSpPr>
          <p:cNvPr id="2" name="cover">
            <a:extLst>
              <a:ext uri="{FF2B5EF4-FFF2-40B4-BE49-F238E27FC236}">
                <a16:creationId xmlns:a16="http://schemas.microsoft.com/office/drawing/2014/main" id="{A7A3994B-B3E4-6BBD-BAFE-7486FE824ECE}"/>
              </a:ext>
            </a:extLst>
          </p:cNvPr>
          <p:cNvGrpSpPr/>
          <p:nvPr/>
        </p:nvGrpSpPr>
        <p:grpSpPr>
          <a:xfrm>
            <a:off x="2631506" y="971365"/>
            <a:ext cx="7050652" cy="5085733"/>
            <a:chOff x="2564524" y="861533"/>
            <a:chExt cx="7050652" cy="5085733"/>
          </a:xfrm>
          <a:scene3d>
            <a:camera prst="perspectiveRelaxedModerately" fov="3300000">
              <a:rot lat="18000000" lon="10800000" rev="0"/>
            </a:camera>
            <a:lightRig rig="threePt" dir="t"/>
          </a:scene3d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926D020-598E-5A61-8FCF-9C6E4B017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3700" y="861533"/>
              <a:ext cx="3531476" cy="5036533"/>
            </a:xfrm>
            <a:prstGeom prst="rect">
              <a:avLst/>
            </a:prstGeom>
            <a:sp3d extrusionH="127000"/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8E4EF18-CF43-A201-7918-27F22FD02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4524" y="910733"/>
              <a:ext cx="3531476" cy="5036533"/>
            </a:xfrm>
            <a:prstGeom prst="rect">
              <a:avLst/>
            </a:prstGeom>
            <a:ln>
              <a:noFill/>
            </a:ln>
            <a:sp3d extrusionH="127000"/>
          </p:spPr>
        </p:pic>
      </p:grpSp>
      <p:grpSp>
        <p:nvGrpSpPr>
          <p:cNvPr id="49" name="hal 1">
            <a:extLst>
              <a:ext uri="{FF2B5EF4-FFF2-40B4-BE49-F238E27FC236}">
                <a16:creationId xmlns:a16="http://schemas.microsoft.com/office/drawing/2014/main" id="{A0100E99-D57A-F0AC-CD0B-3129A2C8792F}"/>
              </a:ext>
            </a:extLst>
          </p:cNvPr>
          <p:cNvGrpSpPr/>
          <p:nvPr/>
        </p:nvGrpSpPr>
        <p:grpSpPr>
          <a:xfrm>
            <a:off x="2589557" y="983630"/>
            <a:ext cx="7117356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CE7E8C8-BEF0-4185-1887-0089B42334A8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1</a:t>
              </a:r>
              <a:endParaRPr lang="en-ID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4A5D5A69-F7C4-D794-1BFC-2EC09FFF7653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5" name="hal 2">
            <a:extLst>
              <a:ext uri="{FF2B5EF4-FFF2-40B4-BE49-F238E27FC236}">
                <a16:creationId xmlns:a16="http://schemas.microsoft.com/office/drawing/2014/main" id="{A6A58C82-5B44-641E-708A-8D2BA2DDC257}"/>
              </a:ext>
            </a:extLst>
          </p:cNvPr>
          <p:cNvGrpSpPr/>
          <p:nvPr/>
        </p:nvGrpSpPr>
        <p:grpSpPr>
          <a:xfrm>
            <a:off x="2624146" y="982403"/>
            <a:ext cx="7054017" cy="4878568"/>
            <a:chOff x="2825415" y="893897"/>
            <a:chExt cx="6644783" cy="4878568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EA32596-8024-6EBD-A259-106B83A93E65}"/>
                </a:ext>
              </a:extLst>
            </p:cNvPr>
            <p:cNvSpPr/>
            <p:nvPr/>
          </p:nvSpPr>
          <p:spPr>
            <a:xfrm>
              <a:off x="6104427" y="898907"/>
              <a:ext cx="3365771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2</a:t>
              </a:r>
              <a:endParaRPr lang="en-ID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7EAEFA7-5BEF-584B-DC7E-FC44F72EBDE0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2" name="hal 3">
            <a:extLst>
              <a:ext uri="{FF2B5EF4-FFF2-40B4-BE49-F238E27FC236}">
                <a16:creationId xmlns:a16="http://schemas.microsoft.com/office/drawing/2014/main" id="{0CC93CCD-82F0-DBAC-E674-4987D2CAC9CA}"/>
              </a:ext>
            </a:extLst>
          </p:cNvPr>
          <p:cNvGrpSpPr/>
          <p:nvPr/>
        </p:nvGrpSpPr>
        <p:grpSpPr>
          <a:xfrm>
            <a:off x="2579242" y="978709"/>
            <a:ext cx="7142879" cy="4885192"/>
            <a:chOff x="2825415" y="882263"/>
            <a:chExt cx="6699265" cy="4885192"/>
          </a:xfrm>
          <a:solidFill>
            <a:schemeClr val="bg1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3315C64-521D-AFEC-62FF-56D502A522C5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800FE34-4869-60BC-B078-34831A92A8F1}"/>
                </a:ext>
              </a:extLst>
            </p:cNvPr>
            <p:cNvSpPr/>
            <p:nvPr/>
          </p:nvSpPr>
          <p:spPr>
            <a:xfrm>
              <a:off x="6158910" y="882263"/>
              <a:ext cx="3365770" cy="4873558"/>
            </a:xfrm>
            <a:prstGeom prst="rect">
              <a:avLst/>
            </a:prstGeom>
            <a:grp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3</a:t>
              </a:r>
              <a:endParaRPr lang="en-ID" dirty="0"/>
            </a:p>
          </p:txBody>
        </p:sp>
      </p:grpSp>
      <p:grpSp>
        <p:nvGrpSpPr>
          <p:cNvPr id="39" name="hal 4">
            <a:extLst>
              <a:ext uri="{FF2B5EF4-FFF2-40B4-BE49-F238E27FC236}">
                <a16:creationId xmlns:a16="http://schemas.microsoft.com/office/drawing/2014/main" id="{4D954E88-DE40-5BD2-4C1F-5950DA87A398}"/>
              </a:ext>
            </a:extLst>
          </p:cNvPr>
          <p:cNvGrpSpPr/>
          <p:nvPr/>
        </p:nvGrpSpPr>
        <p:grpSpPr>
          <a:xfrm>
            <a:off x="2847642" y="988798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24FC53E-BECE-CB73-EB0B-29AAF7CF3680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noFill/>
                </a:rPr>
                <a:t>Hal 4</a:t>
              </a:r>
              <a:endParaRPr lang="en-ID" dirty="0">
                <a:noFill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2ED2228-4C6E-D0AA-2052-FDA0CBCE10F0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>
                <a:noFill/>
              </a:endParaRPr>
            </a:p>
          </p:txBody>
        </p:sp>
      </p:grpSp>
      <p:grpSp>
        <p:nvGrpSpPr>
          <p:cNvPr id="36" name="hal 5">
            <a:extLst>
              <a:ext uri="{FF2B5EF4-FFF2-40B4-BE49-F238E27FC236}">
                <a16:creationId xmlns:a16="http://schemas.microsoft.com/office/drawing/2014/main" id="{2FF384BF-8612-2EEC-31F0-B838FDE17AFB}"/>
              </a:ext>
            </a:extLst>
          </p:cNvPr>
          <p:cNvGrpSpPr/>
          <p:nvPr/>
        </p:nvGrpSpPr>
        <p:grpSpPr>
          <a:xfrm>
            <a:off x="2602065" y="922165"/>
            <a:ext cx="7215722" cy="494657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917ED08-A0A1-DAA0-5048-46673141EC47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noFill/>
                </a:rPr>
                <a:t>Hal 5</a:t>
              </a:r>
              <a:endParaRPr lang="en-ID" dirty="0">
                <a:noFill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68926C4-6B17-8DC2-2332-6FD3A3EEA663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6060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rgbClr val="38799A"/>
            </a:gs>
            <a:gs pos="90000">
              <a:schemeClr val="accent1">
                <a:lumMod val="10000"/>
                <a:lumOff val="9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4E49D6-1D8C-B3F3-2E30-C194B157E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9F77BA0-9C0D-BC2F-FF2F-85D30BE03F0F}"/>
              </a:ext>
            </a:extLst>
          </p:cNvPr>
          <p:cNvGrpSpPr/>
          <p:nvPr/>
        </p:nvGrpSpPr>
        <p:grpSpPr>
          <a:xfrm>
            <a:off x="2485087" y="1633557"/>
            <a:ext cx="7062952" cy="5036533"/>
            <a:chOff x="2564524" y="910733"/>
            <a:chExt cx="7062952" cy="5036533"/>
          </a:xfrm>
          <a:scene3d>
            <a:camera prst="perspectiveRelaxedModerately" fov="3300000">
              <a:rot lat="18000000" lon="0" rev="0"/>
            </a:camera>
            <a:lightRig rig="threePt" dir="t"/>
          </a:scene3d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0E02267-5259-E1FB-6FD6-E0E4E12FC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910733"/>
              <a:ext cx="3531476" cy="5036533"/>
            </a:xfrm>
            <a:prstGeom prst="rect">
              <a:avLst/>
            </a:prstGeom>
            <a:sp3d extrusionH="127000"/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C1B8225-C9BF-423D-3B53-25DF5C7F2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4524" y="910733"/>
              <a:ext cx="3531476" cy="5036533"/>
            </a:xfrm>
            <a:prstGeom prst="rect">
              <a:avLst/>
            </a:prstGeom>
            <a:ln>
              <a:noFill/>
            </a:ln>
            <a:sp3d extrusionH="127000"/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D37309C-73B3-F708-37AC-C0684C3FD920}"/>
              </a:ext>
            </a:extLst>
          </p:cNvPr>
          <p:cNvGrpSpPr/>
          <p:nvPr/>
        </p:nvGrpSpPr>
        <p:grpSpPr>
          <a:xfrm>
            <a:off x="2772613" y="992093"/>
            <a:ext cx="6731540" cy="4873558"/>
            <a:chOff x="2825415" y="893897"/>
            <a:chExt cx="6731540" cy="4873558"/>
          </a:xfrm>
          <a:solidFill>
            <a:schemeClr val="bg1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1C41F6F-CA14-9A26-AC7D-DC7D2FAD96F1}"/>
                </a:ext>
              </a:extLst>
            </p:cNvPr>
            <p:cNvSpPr/>
            <p:nvPr/>
          </p:nvSpPr>
          <p:spPr>
            <a:xfrm>
              <a:off x="6191185" y="893897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 extrusionH="762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74C87BF-6651-B167-B81D-74AFDCC0B2BF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 extrusionH="762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CAE99ED1-784A-5DB0-909B-1DD4EB0627E0}"/>
              </a:ext>
            </a:extLst>
          </p:cNvPr>
          <p:cNvSpPr/>
          <p:nvPr/>
        </p:nvSpPr>
        <p:spPr>
          <a:xfrm>
            <a:off x="6031804" y="910606"/>
            <a:ext cx="125028" cy="5036533"/>
          </a:xfrm>
          <a:prstGeom prst="rect">
            <a:avLst/>
          </a:prstGeom>
          <a:gradFill>
            <a:gsLst>
              <a:gs pos="100000">
                <a:srgbClr val="3F8BB6"/>
              </a:gs>
              <a:gs pos="30000">
                <a:srgbClr val="88D0E8"/>
              </a:gs>
              <a:gs pos="61000">
                <a:srgbClr val="FDD073"/>
              </a:gs>
              <a:gs pos="76000">
                <a:srgbClr val="5CACD8"/>
              </a:gs>
            </a:gsLst>
            <a:lin ang="5400000" scaled="1"/>
          </a:gradFill>
          <a:ln>
            <a:noFill/>
          </a:ln>
          <a:scene3d>
            <a:camera prst="perspectiveRelaxedModerately" fov="3300000">
              <a:rot lat="18000000" lon="0" rev="0"/>
            </a:camera>
            <a:lightRig rig="threePt" dir="t"/>
          </a:scene3d>
          <a:sp3d extrusionH="762000">
            <a:extrusionClr>
              <a:srgbClr val="38799A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A18D92C-F6BE-334D-13E6-3F9E33D2C222}"/>
              </a:ext>
            </a:extLst>
          </p:cNvPr>
          <p:cNvGrpSpPr/>
          <p:nvPr/>
        </p:nvGrpSpPr>
        <p:grpSpPr>
          <a:xfrm>
            <a:off x="2837024" y="986898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8176DC2-289D-E207-EC06-695AE5E878D0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10</a:t>
              </a:r>
            </a:p>
            <a:p>
              <a:pPr algn="ctr"/>
              <a:endParaRPr lang="en-ID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8630C65-0C81-3DA6-6F2C-FDCD0A187E19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AA37637-4560-95D7-5BD2-9CF281253C27}"/>
              </a:ext>
            </a:extLst>
          </p:cNvPr>
          <p:cNvGrpSpPr/>
          <p:nvPr/>
        </p:nvGrpSpPr>
        <p:grpSpPr>
          <a:xfrm>
            <a:off x="2838911" y="974842"/>
            <a:ext cx="6677761" cy="4911793"/>
            <a:chOff x="2825415" y="855662"/>
            <a:chExt cx="6708451" cy="4911793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CDD393-F660-6957-32F7-BB7D2620B34A}"/>
                </a:ext>
              </a:extLst>
            </p:cNvPr>
            <p:cNvSpPr/>
            <p:nvPr/>
          </p:nvSpPr>
          <p:spPr>
            <a:xfrm>
              <a:off x="6168096" y="855662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9</a:t>
              </a:r>
              <a:endParaRPr lang="en-ID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ED83C9E-60A6-D1D3-4996-D8822ADF91A1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A9E5F54-AE48-6214-B784-74CA6E4FE062}"/>
              </a:ext>
            </a:extLst>
          </p:cNvPr>
          <p:cNvGrpSpPr/>
          <p:nvPr/>
        </p:nvGrpSpPr>
        <p:grpSpPr>
          <a:xfrm>
            <a:off x="2840269" y="979437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89B7233-5132-C88B-B030-C9A8ABAC8A3F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8</a:t>
              </a:r>
              <a:endParaRPr lang="en-ID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4B1CA57-7DC0-6642-C9D5-982C7B5DAF89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18DB3EC-99B6-55DB-0291-5DF856E4E221}"/>
              </a:ext>
            </a:extLst>
          </p:cNvPr>
          <p:cNvGrpSpPr/>
          <p:nvPr/>
        </p:nvGrpSpPr>
        <p:grpSpPr>
          <a:xfrm>
            <a:off x="2836151" y="983274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contrasting" dir="t"/>
          </a:scene3d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2D41981-FEDB-93AA-906D-41F27126AE56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648186"/>
                  </a:solidFill>
                </a:rPr>
                <a:t>Hal 7</a:t>
              </a:r>
              <a:endParaRPr lang="en-ID" dirty="0">
                <a:solidFill>
                  <a:srgbClr val="648186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BC5637D-E8DB-82E1-9326-04E2DCC345BE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2" name="cover">
            <a:extLst>
              <a:ext uri="{FF2B5EF4-FFF2-40B4-BE49-F238E27FC236}">
                <a16:creationId xmlns:a16="http://schemas.microsoft.com/office/drawing/2014/main" id="{FB22741E-F710-5828-59EC-5D5B3F77AC3B}"/>
              </a:ext>
            </a:extLst>
          </p:cNvPr>
          <p:cNvGrpSpPr/>
          <p:nvPr/>
        </p:nvGrpSpPr>
        <p:grpSpPr>
          <a:xfrm>
            <a:off x="2631506" y="971365"/>
            <a:ext cx="7050652" cy="5085733"/>
            <a:chOff x="2564524" y="861533"/>
            <a:chExt cx="7050652" cy="5085733"/>
          </a:xfrm>
          <a:scene3d>
            <a:camera prst="perspectiveRelaxedModerately" fov="3300000">
              <a:rot lat="18000000" lon="10800000" rev="0"/>
            </a:camera>
            <a:lightRig rig="threePt" dir="t"/>
          </a:scene3d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7CCA9DA-A4B8-C9D9-C1F0-86ACC40A8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3700" y="861533"/>
              <a:ext cx="3531476" cy="5036533"/>
            </a:xfrm>
            <a:prstGeom prst="rect">
              <a:avLst/>
            </a:prstGeom>
            <a:sp3d extrusionH="127000"/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94FE15E-CDA6-1458-6B2B-DFCE4433E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4524" y="910733"/>
              <a:ext cx="3531476" cy="5036533"/>
            </a:xfrm>
            <a:prstGeom prst="rect">
              <a:avLst/>
            </a:prstGeom>
            <a:ln>
              <a:noFill/>
            </a:ln>
            <a:sp3d extrusionH="127000"/>
          </p:spPr>
        </p:pic>
      </p:grpSp>
      <p:grpSp>
        <p:nvGrpSpPr>
          <p:cNvPr id="49" name="hal 1">
            <a:extLst>
              <a:ext uri="{FF2B5EF4-FFF2-40B4-BE49-F238E27FC236}">
                <a16:creationId xmlns:a16="http://schemas.microsoft.com/office/drawing/2014/main" id="{9768BEB2-8B5A-C080-912A-1B053337D925}"/>
              </a:ext>
            </a:extLst>
          </p:cNvPr>
          <p:cNvGrpSpPr/>
          <p:nvPr/>
        </p:nvGrpSpPr>
        <p:grpSpPr>
          <a:xfrm>
            <a:off x="2589557" y="983630"/>
            <a:ext cx="7117356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9FF802E-DA29-899D-A268-BF9598D11353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1</a:t>
              </a:r>
              <a:endParaRPr lang="en-ID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592A7D1-37A9-4833-E859-923256CBF194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5" name="hal 2">
            <a:extLst>
              <a:ext uri="{FF2B5EF4-FFF2-40B4-BE49-F238E27FC236}">
                <a16:creationId xmlns:a16="http://schemas.microsoft.com/office/drawing/2014/main" id="{C6F80E8E-E568-1F31-9A8C-A9B959EC1817}"/>
              </a:ext>
            </a:extLst>
          </p:cNvPr>
          <p:cNvGrpSpPr/>
          <p:nvPr/>
        </p:nvGrpSpPr>
        <p:grpSpPr>
          <a:xfrm>
            <a:off x="2624146" y="982403"/>
            <a:ext cx="7054017" cy="4878568"/>
            <a:chOff x="2825415" y="893897"/>
            <a:chExt cx="6644783" cy="4878568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C0EDBD2-C3C2-73AD-DFF4-8C5A1F5B063F}"/>
                </a:ext>
              </a:extLst>
            </p:cNvPr>
            <p:cNvSpPr/>
            <p:nvPr/>
          </p:nvSpPr>
          <p:spPr>
            <a:xfrm>
              <a:off x="6104427" y="898907"/>
              <a:ext cx="3365771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2</a:t>
              </a:r>
              <a:endParaRPr lang="en-ID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9295052-E247-64DE-E4AC-EEB109757EFD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2" name="hal 3">
            <a:extLst>
              <a:ext uri="{FF2B5EF4-FFF2-40B4-BE49-F238E27FC236}">
                <a16:creationId xmlns:a16="http://schemas.microsoft.com/office/drawing/2014/main" id="{22F24B65-9A49-D91E-91A3-D1BC17ACD696}"/>
              </a:ext>
            </a:extLst>
          </p:cNvPr>
          <p:cNvGrpSpPr/>
          <p:nvPr/>
        </p:nvGrpSpPr>
        <p:grpSpPr>
          <a:xfrm>
            <a:off x="2579242" y="978709"/>
            <a:ext cx="7142879" cy="4885192"/>
            <a:chOff x="2825415" y="882263"/>
            <a:chExt cx="6699265" cy="4885192"/>
          </a:xfrm>
          <a:solidFill>
            <a:schemeClr val="bg1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1019CF0-05AB-68F6-B3B8-394B6103F0F4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CB57F4E-E38D-4957-173A-4DEB1E1B6CDA}"/>
                </a:ext>
              </a:extLst>
            </p:cNvPr>
            <p:cNvSpPr/>
            <p:nvPr/>
          </p:nvSpPr>
          <p:spPr>
            <a:xfrm>
              <a:off x="6158910" y="882263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3</a:t>
              </a:r>
              <a:endParaRPr lang="en-ID" dirty="0"/>
            </a:p>
          </p:txBody>
        </p:sp>
      </p:grpSp>
      <p:grpSp>
        <p:nvGrpSpPr>
          <p:cNvPr id="39" name="hal 4">
            <a:extLst>
              <a:ext uri="{FF2B5EF4-FFF2-40B4-BE49-F238E27FC236}">
                <a16:creationId xmlns:a16="http://schemas.microsoft.com/office/drawing/2014/main" id="{7EC36CED-8901-0192-144B-E96F6B74F4B6}"/>
              </a:ext>
            </a:extLst>
          </p:cNvPr>
          <p:cNvGrpSpPr/>
          <p:nvPr/>
        </p:nvGrpSpPr>
        <p:grpSpPr>
          <a:xfrm>
            <a:off x="2847642" y="988798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2A64036-9CF0-72DD-CC0F-305C91D4FC43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4</a:t>
              </a:r>
              <a:endParaRPr lang="en-ID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0A7D157-D3B1-29BA-9A97-B7273FD09D2C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6" name="hal 5">
            <a:extLst>
              <a:ext uri="{FF2B5EF4-FFF2-40B4-BE49-F238E27FC236}">
                <a16:creationId xmlns:a16="http://schemas.microsoft.com/office/drawing/2014/main" id="{DAE51E0A-5B48-D3BE-98F5-4536C7B87FB4}"/>
              </a:ext>
            </a:extLst>
          </p:cNvPr>
          <p:cNvGrpSpPr/>
          <p:nvPr/>
        </p:nvGrpSpPr>
        <p:grpSpPr>
          <a:xfrm>
            <a:off x="2837278" y="979237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2F2111F-58F7-C3B9-AB62-AFCD54404060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5</a:t>
              </a:r>
              <a:endParaRPr lang="en-ID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F9431FB-719A-59A7-1CAD-33A0D4FF597C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3" name="hal 6">
            <a:extLst>
              <a:ext uri="{FF2B5EF4-FFF2-40B4-BE49-F238E27FC236}">
                <a16:creationId xmlns:a16="http://schemas.microsoft.com/office/drawing/2014/main" id="{14409F2B-CD77-B906-F1CD-1BA9D7A67CE1}"/>
              </a:ext>
            </a:extLst>
          </p:cNvPr>
          <p:cNvGrpSpPr/>
          <p:nvPr/>
        </p:nvGrpSpPr>
        <p:grpSpPr>
          <a:xfrm>
            <a:off x="2556595" y="986911"/>
            <a:ext cx="7445821" cy="4880620"/>
            <a:chOff x="2825415" y="886835"/>
            <a:chExt cx="6708451" cy="4880620"/>
          </a:xfrm>
          <a:solidFill>
            <a:schemeClr val="bg1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2F492B5-9C80-92C8-5BDA-E04E016B9BB1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noFill/>
                </a:rPr>
                <a:t>Hal 6</a:t>
              </a:r>
              <a:endParaRPr lang="en-ID" dirty="0">
                <a:noFill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D4F8C76-5C26-499B-C7CD-52F5CE33EF9F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5592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rgbClr val="38799A"/>
            </a:gs>
            <a:gs pos="90000">
              <a:schemeClr val="accent1">
                <a:lumMod val="10000"/>
                <a:lumOff val="9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B97BD6-336B-115D-0CDE-A124014C4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EDCD085-B503-E5C7-EEF9-5099287E187B}"/>
              </a:ext>
            </a:extLst>
          </p:cNvPr>
          <p:cNvGrpSpPr/>
          <p:nvPr/>
        </p:nvGrpSpPr>
        <p:grpSpPr>
          <a:xfrm>
            <a:off x="2485087" y="1633557"/>
            <a:ext cx="7062952" cy="5036533"/>
            <a:chOff x="2564524" y="910733"/>
            <a:chExt cx="7062952" cy="5036533"/>
          </a:xfrm>
          <a:scene3d>
            <a:camera prst="perspectiveRelaxedModerately" fov="3300000">
              <a:rot lat="18000000" lon="0" rev="0"/>
            </a:camera>
            <a:lightRig rig="threePt" dir="t"/>
          </a:scene3d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5D76347-FEB2-4AA1-886E-714E5ED218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910733"/>
              <a:ext cx="3531476" cy="5036533"/>
            </a:xfrm>
            <a:prstGeom prst="rect">
              <a:avLst/>
            </a:prstGeom>
            <a:sp3d extrusionH="127000"/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4B5346D-268F-B61A-5A6E-033939980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4524" y="910733"/>
              <a:ext cx="3531476" cy="5036533"/>
            </a:xfrm>
            <a:prstGeom prst="rect">
              <a:avLst/>
            </a:prstGeom>
            <a:ln>
              <a:noFill/>
            </a:ln>
            <a:sp3d extrusionH="127000"/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DFF1BDF-49E4-165E-D3D7-4003E6CEF316}"/>
              </a:ext>
            </a:extLst>
          </p:cNvPr>
          <p:cNvGrpSpPr/>
          <p:nvPr/>
        </p:nvGrpSpPr>
        <p:grpSpPr>
          <a:xfrm>
            <a:off x="2772613" y="992093"/>
            <a:ext cx="6731540" cy="4873558"/>
            <a:chOff x="2825415" y="893897"/>
            <a:chExt cx="6731540" cy="4873558"/>
          </a:xfrm>
          <a:solidFill>
            <a:schemeClr val="bg1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A7D3FF-065C-67F7-3533-B0BAB63537DB}"/>
                </a:ext>
              </a:extLst>
            </p:cNvPr>
            <p:cNvSpPr/>
            <p:nvPr/>
          </p:nvSpPr>
          <p:spPr>
            <a:xfrm>
              <a:off x="6191185" y="893897"/>
              <a:ext cx="3365770" cy="4873558"/>
            </a:xfrm>
            <a:prstGeom prst="rect">
              <a:avLst/>
            </a:prstGeom>
            <a:grpFill/>
            <a:ln>
              <a:noFill/>
            </a:ln>
            <a:sp3d extrusionH="762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C7E3E36-A4C0-F447-EC62-D32680BDDDF1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 extrusionH="762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500885B-8A2A-E807-693B-51965187FB1D}"/>
              </a:ext>
            </a:extLst>
          </p:cNvPr>
          <p:cNvSpPr/>
          <p:nvPr/>
        </p:nvSpPr>
        <p:spPr>
          <a:xfrm>
            <a:off x="6031804" y="910606"/>
            <a:ext cx="125028" cy="5036533"/>
          </a:xfrm>
          <a:prstGeom prst="rect">
            <a:avLst/>
          </a:prstGeom>
          <a:gradFill>
            <a:gsLst>
              <a:gs pos="100000">
                <a:srgbClr val="3F8BB6"/>
              </a:gs>
              <a:gs pos="30000">
                <a:srgbClr val="88D0E8"/>
              </a:gs>
              <a:gs pos="61000">
                <a:srgbClr val="FDD073"/>
              </a:gs>
              <a:gs pos="76000">
                <a:srgbClr val="5CACD8"/>
              </a:gs>
            </a:gsLst>
            <a:lin ang="5400000" scaled="1"/>
          </a:gradFill>
          <a:ln>
            <a:noFill/>
          </a:ln>
          <a:scene3d>
            <a:camera prst="perspectiveRelaxedModerately" fov="3300000">
              <a:rot lat="18000000" lon="0" rev="0"/>
            </a:camera>
            <a:lightRig rig="threePt" dir="t"/>
          </a:scene3d>
          <a:sp3d extrusionH="762000">
            <a:extrusionClr>
              <a:srgbClr val="38799A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134C857-446C-385F-CE7F-3312728E5384}"/>
              </a:ext>
            </a:extLst>
          </p:cNvPr>
          <p:cNvGrpSpPr/>
          <p:nvPr/>
        </p:nvGrpSpPr>
        <p:grpSpPr>
          <a:xfrm>
            <a:off x="2837024" y="986898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A44FF86-84DF-BB27-5CB8-68A374C30099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10</a:t>
              </a:r>
            </a:p>
            <a:p>
              <a:pPr algn="ctr"/>
              <a:endParaRPr lang="en-ID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7778DBA-F9AB-0E97-0C55-D27B4F5B1CD8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DFDCE72-4782-FD33-181E-4B637A4950AC}"/>
              </a:ext>
            </a:extLst>
          </p:cNvPr>
          <p:cNvGrpSpPr/>
          <p:nvPr/>
        </p:nvGrpSpPr>
        <p:grpSpPr>
          <a:xfrm>
            <a:off x="2838911" y="974842"/>
            <a:ext cx="6677761" cy="4911793"/>
            <a:chOff x="2825415" y="855662"/>
            <a:chExt cx="6708451" cy="4911793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445170A-FF22-94C0-9598-0DA6ABFBF935}"/>
                </a:ext>
              </a:extLst>
            </p:cNvPr>
            <p:cNvSpPr/>
            <p:nvPr/>
          </p:nvSpPr>
          <p:spPr>
            <a:xfrm>
              <a:off x="6168096" y="855662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9</a:t>
              </a:r>
              <a:endParaRPr lang="en-ID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819EE7-9223-E535-561E-A10FD445EAF8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EB0BCE-2342-AB0D-1F97-DE5C646FED38}"/>
              </a:ext>
            </a:extLst>
          </p:cNvPr>
          <p:cNvGrpSpPr/>
          <p:nvPr/>
        </p:nvGrpSpPr>
        <p:grpSpPr>
          <a:xfrm>
            <a:off x="2840269" y="979437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contrasting" dir="t"/>
          </a:scene3d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CAAFA33-72AF-216E-94F3-589A359BAB96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58B4B4"/>
                  </a:solidFill>
                </a:rPr>
                <a:t>Hal 8</a:t>
              </a:r>
              <a:endParaRPr lang="en-ID" dirty="0">
                <a:solidFill>
                  <a:srgbClr val="58B4B4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7C83400-A7F3-9FBC-EF47-3F29C9DEF3B6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2" name="cover">
            <a:extLst>
              <a:ext uri="{FF2B5EF4-FFF2-40B4-BE49-F238E27FC236}">
                <a16:creationId xmlns:a16="http://schemas.microsoft.com/office/drawing/2014/main" id="{79366624-DAF2-9B77-FF0D-085323924218}"/>
              </a:ext>
            </a:extLst>
          </p:cNvPr>
          <p:cNvGrpSpPr/>
          <p:nvPr/>
        </p:nvGrpSpPr>
        <p:grpSpPr>
          <a:xfrm>
            <a:off x="2631506" y="971365"/>
            <a:ext cx="7050652" cy="5085733"/>
            <a:chOff x="2564524" y="861533"/>
            <a:chExt cx="7050652" cy="5085733"/>
          </a:xfrm>
          <a:scene3d>
            <a:camera prst="perspectiveRelaxedModerately" fov="3300000">
              <a:rot lat="18000000" lon="10800000" rev="0"/>
            </a:camera>
            <a:lightRig rig="threePt" dir="t"/>
          </a:scene3d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1D37C6E-F85E-6579-5FF6-969C2F6D9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3700" y="861533"/>
              <a:ext cx="3531476" cy="5036533"/>
            </a:xfrm>
            <a:prstGeom prst="rect">
              <a:avLst/>
            </a:prstGeom>
            <a:sp3d extrusionH="127000"/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2851995-C6FD-839D-01E6-87415E499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4524" y="910733"/>
              <a:ext cx="3531476" cy="5036533"/>
            </a:xfrm>
            <a:prstGeom prst="rect">
              <a:avLst/>
            </a:prstGeom>
            <a:ln>
              <a:noFill/>
            </a:ln>
            <a:sp3d extrusionH="127000"/>
          </p:spPr>
        </p:pic>
      </p:grpSp>
      <p:grpSp>
        <p:nvGrpSpPr>
          <p:cNvPr id="49" name="hal 1">
            <a:extLst>
              <a:ext uri="{FF2B5EF4-FFF2-40B4-BE49-F238E27FC236}">
                <a16:creationId xmlns:a16="http://schemas.microsoft.com/office/drawing/2014/main" id="{2E4A1C4B-2CC9-732A-C587-8FD9DE0CCED9}"/>
              </a:ext>
            </a:extLst>
          </p:cNvPr>
          <p:cNvGrpSpPr/>
          <p:nvPr/>
        </p:nvGrpSpPr>
        <p:grpSpPr>
          <a:xfrm>
            <a:off x="2589557" y="983630"/>
            <a:ext cx="7117356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64FFB4E-5A83-C8BA-95D2-B3F1EF68F05F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1</a:t>
              </a:r>
              <a:endParaRPr lang="en-ID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EAD909D-51AB-F390-B6C4-FA3111B46B08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5" name="hal 2">
            <a:extLst>
              <a:ext uri="{FF2B5EF4-FFF2-40B4-BE49-F238E27FC236}">
                <a16:creationId xmlns:a16="http://schemas.microsoft.com/office/drawing/2014/main" id="{A6EB1D2D-C785-F824-DBC4-5B16D56BD86C}"/>
              </a:ext>
            </a:extLst>
          </p:cNvPr>
          <p:cNvGrpSpPr/>
          <p:nvPr/>
        </p:nvGrpSpPr>
        <p:grpSpPr>
          <a:xfrm>
            <a:off x="2624146" y="982403"/>
            <a:ext cx="7054017" cy="4878568"/>
            <a:chOff x="2825415" y="893897"/>
            <a:chExt cx="6644783" cy="4878568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FBAA252-4656-59C2-8B54-3271F728B6FE}"/>
                </a:ext>
              </a:extLst>
            </p:cNvPr>
            <p:cNvSpPr/>
            <p:nvPr/>
          </p:nvSpPr>
          <p:spPr>
            <a:xfrm>
              <a:off x="6104427" y="898907"/>
              <a:ext cx="3365771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2</a:t>
              </a:r>
              <a:endParaRPr lang="en-ID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98323C6-2F5E-512F-5F1D-8E07ECF06978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2" name="hal 3">
            <a:extLst>
              <a:ext uri="{FF2B5EF4-FFF2-40B4-BE49-F238E27FC236}">
                <a16:creationId xmlns:a16="http://schemas.microsoft.com/office/drawing/2014/main" id="{605033EE-F4A3-6DC2-093A-F38A56B40437}"/>
              </a:ext>
            </a:extLst>
          </p:cNvPr>
          <p:cNvGrpSpPr/>
          <p:nvPr/>
        </p:nvGrpSpPr>
        <p:grpSpPr>
          <a:xfrm>
            <a:off x="2579242" y="978709"/>
            <a:ext cx="7142879" cy="4885192"/>
            <a:chOff x="2825415" y="882263"/>
            <a:chExt cx="6699265" cy="4885192"/>
          </a:xfrm>
          <a:solidFill>
            <a:schemeClr val="bg1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FBFDF8D-2311-A5E3-CEB5-962C726AFB63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0966FB3-5594-1BD0-49DD-B06FCC89A117}"/>
                </a:ext>
              </a:extLst>
            </p:cNvPr>
            <p:cNvSpPr/>
            <p:nvPr/>
          </p:nvSpPr>
          <p:spPr>
            <a:xfrm>
              <a:off x="6158910" y="882263"/>
              <a:ext cx="3365770" cy="4873558"/>
            </a:xfrm>
            <a:prstGeom prst="rect">
              <a:avLst/>
            </a:prstGeom>
            <a:grp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3</a:t>
              </a:r>
              <a:endParaRPr lang="en-ID" dirty="0"/>
            </a:p>
          </p:txBody>
        </p:sp>
      </p:grpSp>
      <p:grpSp>
        <p:nvGrpSpPr>
          <p:cNvPr id="39" name="hal 4">
            <a:extLst>
              <a:ext uri="{FF2B5EF4-FFF2-40B4-BE49-F238E27FC236}">
                <a16:creationId xmlns:a16="http://schemas.microsoft.com/office/drawing/2014/main" id="{981C49D6-253F-5AD8-CE65-756D9D9C7D18}"/>
              </a:ext>
            </a:extLst>
          </p:cNvPr>
          <p:cNvGrpSpPr/>
          <p:nvPr/>
        </p:nvGrpSpPr>
        <p:grpSpPr>
          <a:xfrm>
            <a:off x="2847642" y="988798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E1C3188-7F49-1018-2419-303A1312E23C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4</a:t>
              </a:r>
              <a:endParaRPr lang="en-ID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9B59EC9-6EB5-FBC8-8A81-C500EA9D51D0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6" name="hal 5">
            <a:extLst>
              <a:ext uri="{FF2B5EF4-FFF2-40B4-BE49-F238E27FC236}">
                <a16:creationId xmlns:a16="http://schemas.microsoft.com/office/drawing/2014/main" id="{9DACCE40-A2A6-4A83-3CA0-ADD4769738EB}"/>
              </a:ext>
            </a:extLst>
          </p:cNvPr>
          <p:cNvGrpSpPr/>
          <p:nvPr/>
        </p:nvGrpSpPr>
        <p:grpSpPr>
          <a:xfrm>
            <a:off x="2837278" y="979237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457E93D-8645-BAC9-DAC4-BA3957EF3D90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5</a:t>
              </a:r>
              <a:endParaRPr lang="en-ID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F7A740A-EA02-EA89-3AD4-0F799162534F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3" name="hal 6">
            <a:extLst>
              <a:ext uri="{FF2B5EF4-FFF2-40B4-BE49-F238E27FC236}">
                <a16:creationId xmlns:a16="http://schemas.microsoft.com/office/drawing/2014/main" id="{012E56B3-C1FD-5ACE-5029-36B0A34D4299}"/>
              </a:ext>
            </a:extLst>
          </p:cNvPr>
          <p:cNvGrpSpPr/>
          <p:nvPr/>
        </p:nvGrpSpPr>
        <p:grpSpPr>
          <a:xfrm>
            <a:off x="2839671" y="986911"/>
            <a:ext cx="6677761" cy="4880620"/>
            <a:chOff x="2825415" y="886835"/>
            <a:chExt cx="6708451" cy="4880620"/>
          </a:xfrm>
          <a:solidFill>
            <a:schemeClr val="bg1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D129313-9F73-629A-93A2-A33B5E0A1A8C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grp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6</a:t>
              </a:r>
              <a:endParaRPr lang="en-ID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E7B34BB-248B-5B1C-CB2C-44CE4266F7E4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0" name="hal 7">
            <a:extLst>
              <a:ext uri="{FF2B5EF4-FFF2-40B4-BE49-F238E27FC236}">
                <a16:creationId xmlns:a16="http://schemas.microsoft.com/office/drawing/2014/main" id="{CF30E38C-1E8A-13C2-363C-DE9D91F58C03}"/>
              </a:ext>
            </a:extLst>
          </p:cNvPr>
          <p:cNvGrpSpPr/>
          <p:nvPr/>
        </p:nvGrpSpPr>
        <p:grpSpPr>
          <a:xfrm>
            <a:off x="2556225" y="983274"/>
            <a:ext cx="7436859" cy="4880620"/>
            <a:chOff x="2825415" y="886835"/>
            <a:chExt cx="6708451" cy="4880620"/>
          </a:xfrm>
          <a:solidFill>
            <a:schemeClr val="bg1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1600AF8-7D53-A41F-55E0-D971AF8B102A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noFill/>
                </a:rPr>
                <a:t>Hal 7</a:t>
              </a:r>
              <a:endParaRPr lang="en-ID" dirty="0">
                <a:noFill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3F16938-CCF7-448D-5CEF-8AC71BD51AF4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581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rgbClr val="38799A"/>
            </a:gs>
            <a:gs pos="90000">
              <a:schemeClr val="accent1">
                <a:lumMod val="10000"/>
                <a:lumOff val="9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0209E0-B34A-C49C-6B3B-CA4B4D119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B52B8C4F-8472-9783-B44B-4D06FA5E8E51}"/>
              </a:ext>
            </a:extLst>
          </p:cNvPr>
          <p:cNvGrpSpPr/>
          <p:nvPr/>
        </p:nvGrpSpPr>
        <p:grpSpPr>
          <a:xfrm>
            <a:off x="2485087" y="1633557"/>
            <a:ext cx="7062952" cy="5036533"/>
            <a:chOff x="2564524" y="910733"/>
            <a:chExt cx="7062952" cy="5036533"/>
          </a:xfrm>
          <a:scene3d>
            <a:camera prst="perspectiveRelaxedModerately" fov="3300000">
              <a:rot lat="18000000" lon="0" rev="0"/>
            </a:camera>
            <a:lightRig rig="threePt" dir="t"/>
          </a:scene3d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333AA94-6F38-92BA-9E54-38AD411098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910733"/>
              <a:ext cx="3531476" cy="5036533"/>
            </a:xfrm>
            <a:prstGeom prst="rect">
              <a:avLst/>
            </a:prstGeom>
            <a:sp3d extrusionH="127000"/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25BBBE1-B3BF-E2E0-5321-34F4FCA74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4524" y="910733"/>
              <a:ext cx="3531476" cy="5036533"/>
            </a:xfrm>
            <a:prstGeom prst="rect">
              <a:avLst/>
            </a:prstGeom>
            <a:ln>
              <a:noFill/>
            </a:ln>
            <a:sp3d extrusionH="127000"/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3294A5-2D78-C96A-E4E1-620EA8BDBBA5}"/>
              </a:ext>
            </a:extLst>
          </p:cNvPr>
          <p:cNvGrpSpPr/>
          <p:nvPr/>
        </p:nvGrpSpPr>
        <p:grpSpPr>
          <a:xfrm>
            <a:off x="2772613" y="992093"/>
            <a:ext cx="6731540" cy="4873558"/>
            <a:chOff x="2825415" y="893897"/>
            <a:chExt cx="6731540" cy="4873558"/>
          </a:xfrm>
          <a:solidFill>
            <a:schemeClr val="bg1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2BCFFF3-4C6F-4BCE-02C9-664E10F540E9}"/>
                </a:ext>
              </a:extLst>
            </p:cNvPr>
            <p:cNvSpPr/>
            <p:nvPr/>
          </p:nvSpPr>
          <p:spPr>
            <a:xfrm>
              <a:off x="6191185" y="893897"/>
              <a:ext cx="3365770" cy="4873558"/>
            </a:xfrm>
            <a:prstGeom prst="rect">
              <a:avLst/>
            </a:prstGeom>
            <a:grpFill/>
            <a:ln>
              <a:noFill/>
            </a:ln>
            <a:sp3d extrusionH="762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BAC2A58-2FDE-FF93-5955-929307BA4294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 extrusionH="762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E63CCE93-EBD3-2B2F-3B6D-F9EBA992899E}"/>
              </a:ext>
            </a:extLst>
          </p:cNvPr>
          <p:cNvSpPr/>
          <p:nvPr/>
        </p:nvSpPr>
        <p:spPr>
          <a:xfrm>
            <a:off x="6031804" y="910606"/>
            <a:ext cx="125028" cy="5036533"/>
          </a:xfrm>
          <a:prstGeom prst="rect">
            <a:avLst/>
          </a:prstGeom>
          <a:gradFill>
            <a:gsLst>
              <a:gs pos="100000">
                <a:srgbClr val="3F8BB6"/>
              </a:gs>
              <a:gs pos="30000">
                <a:srgbClr val="88D0E8"/>
              </a:gs>
              <a:gs pos="61000">
                <a:srgbClr val="FDD073"/>
              </a:gs>
              <a:gs pos="76000">
                <a:srgbClr val="5CACD8"/>
              </a:gs>
            </a:gsLst>
            <a:lin ang="5400000" scaled="1"/>
          </a:gradFill>
          <a:ln>
            <a:noFill/>
          </a:ln>
          <a:scene3d>
            <a:camera prst="perspectiveRelaxedModerately" fov="3300000">
              <a:rot lat="18000000" lon="0" rev="0"/>
            </a:camera>
            <a:lightRig rig="threePt" dir="t"/>
          </a:scene3d>
          <a:sp3d extrusionH="762000">
            <a:extrusionClr>
              <a:srgbClr val="38799A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2AB4DB7-B2C7-C878-9152-D07047EEB96E}"/>
              </a:ext>
            </a:extLst>
          </p:cNvPr>
          <p:cNvGrpSpPr/>
          <p:nvPr/>
        </p:nvGrpSpPr>
        <p:grpSpPr>
          <a:xfrm>
            <a:off x="2837024" y="986898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C25385-3174-6C41-21F2-3B14CA2F1870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10</a:t>
              </a:r>
            </a:p>
            <a:p>
              <a:pPr algn="ctr"/>
              <a:endParaRPr lang="en-ID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1A26853-8B49-1F13-60AE-1AF41107A803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A41FDB0-2EFC-FA1B-73A9-CA9659CF0A00}"/>
              </a:ext>
            </a:extLst>
          </p:cNvPr>
          <p:cNvGrpSpPr/>
          <p:nvPr/>
        </p:nvGrpSpPr>
        <p:grpSpPr>
          <a:xfrm>
            <a:off x="2838911" y="974842"/>
            <a:ext cx="6677761" cy="4911793"/>
            <a:chOff x="2825415" y="855662"/>
            <a:chExt cx="6708451" cy="4911793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contrasting" dir="t"/>
          </a:scene3d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BFA7BBE-EB44-839F-1CE6-B49B8538A201}"/>
                </a:ext>
              </a:extLst>
            </p:cNvPr>
            <p:cNvSpPr/>
            <p:nvPr/>
          </p:nvSpPr>
          <p:spPr>
            <a:xfrm>
              <a:off x="6168096" y="855662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noFill/>
                </a:rPr>
                <a:t>Hal 9</a:t>
              </a:r>
              <a:endParaRPr lang="en-ID" dirty="0">
                <a:noFill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EAA7B51-BCCF-A0F3-B8F6-5EAA9E4F493D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2" name="cover">
            <a:extLst>
              <a:ext uri="{FF2B5EF4-FFF2-40B4-BE49-F238E27FC236}">
                <a16:creationId xmlns:a16="http://schemas.microsoft.com/office/drawing/2014/main" id="{FE79606C-474C-52EE-E0E3-5A6E78A630EF}"/>
              </a:ext>
            </a:extLst>
          </p:cNvPr>
          <p:cNvGrpSpPr/>
          <p:nvPr/>
        </p:nvGrpSpPr>
        <p:grpSpPr>
          <a:xfrm>
            <a:off x="2631506" y="971365"/>
            <a:ext cx="7050652" cy="5085733"/>
            <a:chOff x="2564524" y="861533"/>
            <a:chExt cx="7050652" cy="5085733"/>
          </a:xfrm>
          <a:scene3d>
            <a:camera prst="perspectiveRelaxedModerately" fov="3300000">
              <a:rot lat="18000000" lon="10800000" rev="0"/>
            </a:camera>
            <a:lightRig rig="threePt" dir="t"/>
          </a:scene3d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A107F61-6248-0CB8-7A6A-7A24534AD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3700" y="861533"/>
              <a:ext cx="3531476" cy="5036533"/>
            </a:xfrm>
            <a:prstGeom prst="rect">
              <a:avLst/>
            </a:prstGeom>
            <a:sp3d extrusionH="127000"/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5A468F0-A337-C001-4FD6-4A3B50E47E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4524" y="910733"/>
              <a:ext cx="3531476" cy="5036533"/>
            </a:xfrm>
            <a:prstGeom prst="rect">
              <a:avLst/>
            </a:prstGeom>
            <a:ln>
              <a:noFill/>
            </a:ln>
            <a:sp3d extrusionH="127000"/>
          </p:spPr>
        </p:pic>
      </p:grpSp>
      <p:grpSp>
        <p:nvGrpSpPr>
          <p:cNvPr id="49" name="hal 1">
            <a:extLst>
              <a:ext uri="{FF2B5EF4-FFF2-40B4-BE49-F238E27FC236}">
                <a16:creationId xmlns:a16="http://schemas.microsoft.com/office/drawing/2014/main" id="{3D90B5B6-0D88-518C-AFB7-60F82C28E87A}"/>
              </a:ext>
            </a:extLst>
          </p:cNvPr>
          <p:cNvGrpSpPr/>
          <p:nvPr/>
        </p:nvGrpSpPr>
        <p:grpSpPr>
          <a:xfrm>
            <a:off x="2589557" y="983630"/>
            <a:ext cx="7117356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1856522-69AB-CDC4-1999-21449CA7E96E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1</a:t>
              </a:r>
              <a:endParaRPr lang="en-ID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4F8F3C4-11F8-D8D1-C402-2608E6FBB6C0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5" name="hal 2">
            <a:extLst>
              <a:ext uri="{FF2B5EF4-FFF2-40B4-BE49-F238E27FC236}">
                <a16:creationId xmlns:a16="http://schemas.microsoft.com/office/drawing/2014/main" id="{7E1BC1C2-8B75-44BC-CB91-A353FEE52ABE}"/>
              </a:ext>
            </a:extLst>
          </p:cNvPr>
          <p:cNvGrpSpPr/>
          <p:nvPr/>
        </p:nvGrpSpPr>
        <p:grpSpPr>
          <a:xfrm>
            <a:off x="2624146" y="982403"/>
            <a:ext cx="7054017" cy="4878568"/>
            <a:chOff x="2825415" y="893897"/>
            <a:chExt cx="6644783" cy="4878568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4E554D8-5BA3-FD34-8C69-15CDEBD7BC9B}"/>
                </a:ext>
              </a:extLst>
            </p:cNvPr>
            <p:cNvSpPr/>
            <p:nvPr/>
          </p:nvSpPr>
          <p:spPr>
            <a:xfrm>
              <a:off x="6104427" y="898907"/>
              <a:ext cx="3365771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2</a:t>
              </a:r>
              <a:endParaRPr lang="en-ID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B126179-85E0-9204-6F47-1EAD9D82E689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2" name="hal 3">
            <a:extLst>
              <a:ext uri="{FF2B5EF4-FFF2-40B4-BE49-F238E27FC236}">
                <a16:creationId xmlns:a16="http://schemas.microsoft.com/office/drawing/2014/main" id="{5E262896-F813-4555-4C16-20B716F00687}"/>
              </a:ext>
            </a:extLst>
          </p:cNvPr>
          <p:cNvGrpSpPr/>
          <p:nvPr/>
        </p:nvGrpSpPr>
        <p:grpSpPr>
          <a:xfrm>
            <a:off x="2579242" y="978709"/>
            <a:ext cx="7142879" cy="4885192"/>
            <a:chOff x="2825415" y="882263"/>
            <a:chExt cx="6699265" cy="4885192"/>
          </a:xfrm>
          <a:solidFill>
            <a:schemeClr val="bg1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3E2E1AB9-6854-0862-234E-F88EED31BED8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5482B0D-5419-B6F8-BC43-39C714F650A5}"/>
                </a:ext>
              </a:extLst>
            </p:cNvPr>
            <p:cNvSpPr/>
            <p:nvPr/>
          </p:nvSpPr>
          <p:spPr>
            <a:xfrm>
              <a:off x="6158910" y="882263"/>
              <a:ext cx="3365770" cy="4873558"/>
            </a:xfrm>
            <a:prstGeom prst="rect">
              <a:avLst/>
            </a:prstGeom>
            <a:grp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3</a:t>
              </a:r>
              <a:endParaRPr lang="en-ID" dirty="0"/>
            </a:p>
          </p:txBody>
        </p:sp>
      </p:grpSp>
      <p:grpSp>
        <p:nvGrpSpPr>
          <p:cNvPr id="39" name="hal 4">
            <a:extLst>
              <a:ext uri="{FF2B5EF4-FFF2-40B4-BE49-F238E27FC236}">
                <a16:creationId xmlns:a16="http://schemas.microsoft.com/office/drawing/2014/main" id="{F0FB25B5-5FD9-EE51-9833-F87C32375E80}"/>
              </a:ext>
            </a:extLst>
          </p:cNvPr>
          <p:cNvGrpSpPr/>
          <p:nvPr/>
        </p:nvGrpSpPr>
        <p:grpSpPr>
          <a:xfrm>
            <a:off x="2847642" y="988798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FFBFFD5-5A11-012E-0672-AAB6D1E21690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4</a:t>
              </a:r>
              <a:endParaRPr lang="en-ID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38E0F9B-21BB-7953-28E1-583825E57419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6" name="hal 5">
            <a:extLst>
              <a:ext uri="{FF2B5EF4-FFF2-40B4-BE49-F238E27FC236}">
                <a16:creationId xmlns:a16="http://schemas.microsoft.com/office/drawing/2014/main" id="{9E500D5C-E8CE-9330-AF3A-83DDF7642448}"/>
              </a:ext>
            </a:extLst>
          </p:cNvPr>
          <p:cNvGrpSpPr/>
          <p:nvPr/>
        </p:nvGrpSpPr>
        <p:grpSpPr>
          <a:xfrm>
            <a:off x="2837278" y="979237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29D39D0-C7C6-A51A-DB73-379F0D1AC540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5</a:t>
              </a:r>
              <a:endParaRPr lang="en-ID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019EB0B-50E2-D5A8-8880-9F8B45309086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3" name="hal 6">
            <a:extLst>
              <a:ext uri="{FF2B5EF4-FFF2-40B4-BE49-F238E27FC236}">
                <a16:creationId xmlns:a16="http://schemas.microsoft.com/office/drawing/2014/main" id="{BE9373DE-BA7C-4A2D-0CBF-43A3604467D6}"/>
              </a:ext>
            </a:extLst>
          </p:cNvPr>
          <p:cNvGrpSpPr/>
          <p:nvPr/>
        </p:nvGrpSpPr>
        <p:grpSpPr>
          <a:xfrm>
            <a:off x="2839671" y="986911"/>
            <a:ext cx="6677761" cy="4880620"/>
            <a:chOff x="2825415" y="886835"/>
            <a:chExt cx="6708451" cy="4880620"/>
          </a:xfrm>
          <a:solidFill>
            <a:schemeClr val="bg1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4C0B970-DF13-1C85-5710-0D4978A86597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grp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6</a:t>
              </a:r>
              <a:endParaRPr lang="en-ID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AD1611-ABA4-E5DD-AA97-00CC15E21D98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0" name="hal 7">
            <a:extLst>
              <a:ext uri="{FF2B5EF4-FFF2-40B4-BE49-F238E27FC236}">
                <a16:creationId xmlns:a16="http://schemas.microsoft.com/office/drawing/2014/main" id="{38286841-270D-8B0A-8784-30CA813D32DE}"/>
              </a:ext>
            </a:extLst>
          </p:cNvPr>
          <p:cNvGrpSpPr/>
          <p:nvPr/>
        </p:nvGrpSpPr>
        <p:grpSpPr>
          <a:xfrm>
            <a:off x="2836151" y="983274"/>
            <a:ext cx="6677761" cy="4880620"/>
            <a:chOff x="2825415" y="886835"/>
            <a:chExt cx="6708451" cy="4880620"/>
          </a:xfrm>
          <a:solidFill>
            <a:schemeClr val="bg1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0290FE4-1004-0D11-1279-8EBA93AA5ACD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7</a:t>
              </a:r>
              <a:endParaRPr lang="en-ID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65494A5-3464-19D7-9FF7-20BBA9AEC829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8" name="hal 8">
            <a:extLst>
              <a:ext uri="{FF2B5EF4-FFF2-40B4-BE49-F238E27FC236}">
                <a16:creationId xmlns:a16="http://schemas.microsoft.com/office/drawing/2014/main" id="{C1CB305D-BF65-8169-DF11-E093AB42A49D}"/>
              </a:ext>
            </a:extLst>
          </p:cNvPr>
          <p:cNvGrpSpPr/>
          <p:nvPr/>
        </p:nvGrpSpPr>
        <p:grpSpPr>
          <a:xfrm>
            <a:off x="2560349" y="988768"/>
            <a:ext cx="7395413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FE6A5F7-29B3-3930-A061-F369917483A6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noFill/>
                </a:rPr>
                <a:t>Hal 8</a:t>
              </a:r>
              <a:endParaRPr lang="en-ID" dirty="0">
                <a:noFill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B672C19-2C27-961A-0F1D-EDAAF610E828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4282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rgbClr val="38799A"/>
            </a:gs>
            <a:gs pos="90000">
              <a:schemeClr val="accent1">
                <a:lumMod val="10000"/>
                <a:lumOff val="9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9D8620-20FE-FE90-D414-1D7A81396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0EB37466-8433-BDB2-BB38-98ABE6344D0E}"/>
              </a:ext>
            </a:extLst>
          </p:cNvPr>
          <p:cNvGrpSpPr/>
          <p:nvPr/>
        </p:nvGrpSpPr>
        <p:grpSpPr>
          <a:xfrm>
            <a:off x="2485087" y="1633557"/>
            <a:ext cx="7062952" cy="5036533"/>
            <a:chOff x="2564524" y="910733"/>
            <a:chExt cx="7062952" cy="5036533"/>
          </a:xfrm>
          <a:scene3d>
            <a:camera prst="perspectiveRelaxedModerately" fov="3300000">
              <a:rot lat="18000000" lon="0" rev="0"/>
            </a:camera>
            <a:lightRig rig="threePt" dir="t"/>
          </a:scene3d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AE40440-C842-2446-EF09-D8F364DC46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910733"/>
              <a:ext cx="3531476" cy="5036533"/>
            </a:xfrm>
            <a:prstGeom prst="rect">
              <a:avLst/>
            </a:prstGeom>
            <a:sp3d extrusionH="127000"/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1129D77-3E91-8DA7-0EF0-7AF70B360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4524" y="910733"/>
              <a:ext cx="3531476" cy="5036533"/>
            </a:xfrm>
            <a:prstGeom prst="rect">
              <a:avLst/>
            </a:prstGeom>
            <a:ln>
              <a:noFill/>
            </a:ln>
            <a:sp3d extrusionH="127000"/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791EC6B9-C33D-DD24-23BC-16155DCF12FF}"/>
              </a:ext>
            </a:extLst>
          </p:cNvPr>
          <p:cNvGrpSpPr/>
          <p:nvPr/>
        </p:nvGrpSpPr>
        <p:grpSpPr>
          <a:xfrm>
            <a:off x="2772613" y="992093"/>
            <a:ext cx="6731540" cy="4873558"/>
            <a:chOff x="2825415" y="893897"/>
            <a:chExt cx="6731540" cy="4873558"/>
          </a:xfrm>
          <a:solidFill>
            <a:schemeClr val="bg1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8C02B85-95CD-BABA-7220-67653A71C715}"/>
                </a:ext>
              </a:extLst>
            </p:cNvPr>
            <p:cNvSpPr/>
            <p:nvPr/>
          </p:nvSpPr>
          <p:spPr>
            <a:xfrm>
              <a:off x="6191185" y="893897"/>
              <a:ext cx="3365770" cy="4873558"/>
            </a:xfrm>
            <a:prstGeom prst="rect">
              <a:avLst/>
            </a:prstGeom>
            <a:grpFill/>
            <a:ln>
              <a:noFill/>
            </a:ln>
            <a:sp3d extrusionH="762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76C7ADE-1A9D-5373-1A4D-75169458056A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 extrusionH="762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9DDF4AD4-CAD9-685C-AEAA-CE1017F23E90}"/>
              </a:ext>
            </a:extLst>
          </p:cNvPr>
          <p:cNvSpPr/>
          <p:nvPr/>
        </p:nvSpPr>
        <p:spPr>
          <a:xfrm>
            <a:off x="6031804" y="910606"/>
            <a:ext cx="125028" cy="5036533"/>
          </a:xfrm>
          <a:prstGeom prst="rect">
            <a:avLst/>
          </a:prstGeom>
          <a:gradFill>
            <a:gsLst>
              <a:gs pos="100000">
                <a:srgbClr val="3F8BB6"/>
              </a:gs>
              <a:gs pos="30000">
                <a:srgbClr val="88D0E8"/>
              </a:gs>
              <a:gs pos="61000">
                <a:srgbClr val="FDD073"/>
              </a:gs>
              <a:gs pos="76000">
                <a:srgbClr val="5CACD8"/>
              </a:gs>
            </a:gsLst>
            <a:lin ang="5400000" scaled="1"/>
          </a:gradFill>
          <a:ln>
            <a:noFill/>
          </a:ln>
          <a:scene3d>
            <a:camera prst="perspectiveRelaxedModerately" fov="3300000">
              <a:rot lat="18000000" lon="0" rev="0"/>
            </a:camera>
            <a:lightRig rig="threePt" dir="t"/>
          </a:scene3d>
          <a:sp3d extrusionH="762000">
            <a:extrusionClr>
              <a:srgbClr val="38799A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7909C00-2841-9D9C-FFED-36AB32047AB8}"/>
              </a:ext>
            </a:extLst>
          </p:cNvPr>
          <p:cNvGrpSpPr/>
          <p:nvPr/>
        </p:nvGrpSpPr>
        <p:grpSpPr>
          <a:xfrm>
            <a:off x="2837024" y="986898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contrasting" dir="t"/>
          </a:scene3d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76270A4-ECB0-C276-B6ED-5CDE2E420FE4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noFill/>
                </a:rPr>
                <a:t>Hal 10</a:t>
              </a:r>
            </a:p>
            <a:p>
              <a:pPr algn="ctr"/>
              <a:endParaRPr lang="en-ID" dirty="0">
                <a:noFill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83A66C3-2122-5669-2CD9-72A1063BEE67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2" name="cover">
            <a:extLst>
              <a:ext uri="{FF2B5EF4-FFF2-40B4-BE49-F238E27FC236}">
                <a16:creationId xmlns:a16="http://schemas.microsoft.com/office/drawing/2014/main" id="{C0893587-1205-1ECC-9B26-21FBBFC81F0C}"/>
              </a:ext>
            </a:extLst>
          </p:cNvPr>
          <p:cNvGrpSpPr/>
          <p:nvPr/>
        </p:nvGrpSpPr>
        <p:grpSpPr>
          <a:xfrm>
            <a:off x="2631506" y="971365"/>
            <a:ext cx="7050652" cy="5085733"/>
            <a:chOff x="2564524" y="861533"/>
            <a:chExt cx="7050652" cy="5085733"/>
          </a:xfrm>
          <a:scene3d>
            <a:camera prst="perspectiveRelaxedModerately" fov="3300000">
              <a:rot lat="18000000" lon="10800000" rev="0"/>
            </a:camera>
            <a:lightRig rig="threePt" dir="t"/>
          </a:scene3d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652BD68-535C-C7D4-ACA3-038B42F3C5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3700" y="861533"/>
              <a:ext cx="3531476" cy="5036533"/>
            </a:xfrm>
            <a:prstGeom prst="rect">
              <a:avLst/>
            </a:prstGeom>
            <a:sp3d extrusionH="127000"/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27286F0-39F5-AEFB-9B89-565F2D2D79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4524" y="910733"/>
              <a:ext cx="3531476" cy="5036533"/>
            </a:xfrm>
            <a:prstGeom prst="rect">
              <a:avLst/>
            </a:prstGeom>
            <a:ln>
              <a:noFill/>
            </a:ln>
            <a:sp3d extrusionH="127000"/>
          </p:spPr>
        </p:pic>
      </p:grpSp>
      <p:grpSp>
        <p:nvGrpSpPr>
          <p:cNvPr id="49" name="hal 1">
            <a:extLst>
              <a:ext uri="{FF2B5EF4-FFF2-40B4-BE49-F238E27FC236}">
                <a16:creationId xmlns:a16="http://schemas.microsoft.com/office/drawing/2014/main" id="{70F2CC51-412F-6FA7-BDBE-10F5044C3A9D}"/>
              </a:ext>
            </a:extLst>
          </p:cNvPr>
          <p:cNvGrpSpPr/>
          <p:nvPr/>
        </p:nvGrpSpPr>
        <p:grpSpPr>
          <a:xfrm>
            <a:off x="2589557" y="983630"/>
            <a:ext cx="7117356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C2B188A-337D-8D25-DBA7-00B9F7D4EB72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1</a:t>
              </a:r>
              <a:endParaRPr lang="en-ID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3B89201-1B72-25C0-67A8-1B6A2F7FB6C1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5" name="hal 2">
            <a:extLst>
              <a:ext uri="{FF2B5EF4-FFF2-40B4-BE49-F238E27FC236}">
                <a16:creationId xmlns:a16="http://schemas.microsoft.com/office/drawing/2014/main" id="{9DB5B6C9-8A5E-6D05-1D68-A3218DE90771}"/>
              </a:ext>
            </a:extLst>
          </p:cNvPr>
          <p:cNvGrpSpPr/>
          <p:nvPr/>
        </p:nvGrpSpPr>
        <p:grpSpPr>
          <a:xfrm>
            <a:off x="2624146" y="982403"/>
            <a:ext cx="7054017" cy="4878568"/>
            <a:chOff x="2825415" y="893897"/>
            <a:chExt cx="6644783" cy="4878568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75C4202-31CB-6145-1F30-CA816A2DE222}"/>
                </a:ext>
              </a:extLst>
            </p:cNvPr>
            <p:cNvSpPr/>
            <p:nvPr/>
          </p:nvSpPr>
          <p:spPr>
            <a:xfrm>
              <a:off x="6104427" y="898907"/>
              <a:ext cx="3365771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2</a:t>
              </a:r>
              <a:endParaRPr lang="en-ID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6D39F59-1029-FEBF-9DC2-51DD47F9B988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2" name="hal 3">
            <a:extLst>
              <a:ext uri="{FF2B5EF4-FFF2-40B4-BE49-F238E27FC236}">
                <a16:creationId xmlns:a16="http://schemas.microsoft.com/office/drawing/2014/main" id="{B17128E9-BDBA-2EE6-2959-41E999B61B2C}"/>
              </a:ext>
            </a:extLst>
          </p:cNvPr>
          <p:cNvGrpSpPr/>
          <p:nvPr/>
        </p:nvGrpSpPr>
        <p:grpSpPr>
          <a:xfrm>
            <a:off x="2579242" y="978709"/>
            <a:ext cx="7142879" cy="4885192"/>
            <a:chOff x="2825415" y="882263"/>
            <a:chExt cx="6699265" cy="4885192"/>
          </a:xfrm>
          <a:solidFill>
            <a:schemeClr val="bg1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CF64FCB-C07F-E5D3-FBD5-8F72EC0069D3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E615DDB-E0D4-80FB-9C9B-3884106B652D}"/>
                </a:ext>
              </a:extLst>
            </p:cNvPr>
            <p:cNvSpPr/>
            <p:nvPr/>
          </p:nvSpPr>
          <p:spPr>
            <a:xfrm>
              <a:off x="6158910" y="882263"/>
              <a:ext cx="3365770" cy="4873558"/>
            </a:xfrm>
            <a:prstGeom prst="rect">
              <a:avLst/>
            </a:prstGeom>
            <a:grp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3</a:t>
              </a:r>
              <a:endParaRPr lang="en-ID" dirty="0"/>
            </a:p>
          </p:txBody>
        </p:sp>
      </p:grpSp>
      <p:grpSp>
        <p:nvGrpSpPr>
          <p:cNvPr id="39" name="hal 4">
            <a:extLst>
              <a:ext uri="{FF2B5EF4-FFF2-40B4-BE49-F238E27FC236}">
                <a16:creationId xmlns:a16="http://schemas.microsoft.com/office/drawing/2014/main" id="{AB590857-995B-98CB-FB8B-C0B78FCCB421}"/>
              </a:ext>
            </a:extLst>
          </p:cNvPr>
          <p:cNvGrpSpPr/>
          <p:nvPr/>
        </p:nvGrpSpPr>
        <p:grpSpPr>
          <a:xfrm>
            <a:off x="2847642" y="988798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08FEFC8-B571-9287-F93D-58F9246F0673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4</a:t>
              </a:r>
              <a:endParaRPr lang="en-ID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E310745-5117-D2E8-0F70-CCB4437711E8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6" name="hal 5">
            <a:extLst>
              <a:ext uri="{FF2B5EF4-FFF2-40B4-BE49-F238E27FC236}">
                <a16:creationId xmlns:a16="http://schemas.microsoft.com/office/drawing/2014/main" id="{E5727929-F9F8-B3BF-EB48-442C9FAC9BC1}"/>
              </a:ext>
            </a:extLst>
          </p:cNvPr>
          <p:cNvGrpSpPr/>
          <p:nvPr/>
        </p:nvGrpSpPr>
        <p:grpSpPr>
          <a:xfrm>
            <a:off x="2837278" y="979237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38836FA-F8C0-38F0-0FFB-9A557D8493A6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5</a:t>
              </a:r>
              <a:endParaRPr lang="en-ID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2A2DC49-6CD0-5925-031E-12834F8615F5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3" name="hal 6">
            <a:extLst>
              <a:ext uri="{FF2B5EF4-FFF2-40B4-BE49-F238E27FC236}">
                <a16:creationId xmlns:a16="http://schemas.microsoft.com/office/drawing/2014/main" id="{0D876551-E406-2BD8-8C17-6962E74A2BCD}"/>
              </a:ext>
            </a:extLst>
          </p:cNvPr>
          <p:cNvGrpSpPr/>
          <p:nvPr/>
        </p:nvGrpSpPr>
        <p:grpSpPr>
          <a:xfrm>
            <a:off x="2839671" y="986911"/>
            <a:ext cx="6677761" cy="4880620"/>
            <a:chOff x="2825415" y="886835"/>
            <a:chExt cx="6708451" cy="4880620"/>
          </a:xfrm>
          <a:solidFill>
            <a:schemeClr val="bg1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467ECD7-67E5-00A3-5D65-684484948163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grp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6</a:t>
              </a:r>
              <a:endParaRPr lang="en-ID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F625486-064D-C098-DC0D-8DF27724EA82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0" name="hal 7">
            <a:extLst>
              <a:ext uri="{FF2B5EF4-FFF2-40B4-BE49-F238E27FC236}">
                <a16:creationId xmlns:a16="http://schemas.microsoft.com/office/drawing/2014/main" id="{E1A67FC6-7A10-3628-7D14-904838D47AEE}"/>
              </a:ext>
            </a:extLst>
          </p:cNvPr>
          <p:cNvGrpSpPr/>
          <p:nvPr/>
        </p:nvGrpSpPr>
        <p:grpSpPr>
          <a:xfrm>
            <a:off x="2836151" y="983274"/>
            <a:ext cx="6677761" cy="4880620"/>
            <a:chOff x="2825415" y="886835"/>
            <a:chExt cx="6708451" cy="4880620"/>
          </a:xfrm>
          <a:solidFill>
            <a:schemeClr val="bg1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10DD6F9-FFFB-81E4-8DC0-46D6959EAB21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7</a:t>
              </a:r>
              <a:endParaRPr lang="en-ID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4DAE3AD-2250-9D27-E90B-96B51171B481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8" name="hal 8">
            <a:extLst>
              <a:ext uri="{FF2B5EF4-FFF2-40B4-BE49-F238E27FC236}">
                <a16:creationId xmlns:a16="http://schemas.microsoft.com/office/drawing/2014/main" id="{87982479-FB79-DC0A-4160-16BEDABFB38F}"/>
              </a:ext>
            </a:extLst>
          </p:cNvPr>
          <p:cNvGrpSpPr/>
          <p:nvPr/>
        </p:nvGrpSpPr>
        <p:grpSpPr>
          <a:xfrm>
            <a:off x="2840269" y="979437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7E6FC50-DC2D-EE49-3C9B-330A4300F6E9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8</a:t>
              </a:r>
              <a:endParaRPr lang="en-ID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75CDE64-6DBE-A693-19A8-FCB24C0F78DB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5" name="hal 9">
            <a:extLst>
              <a:ext uri="{FF2B5EF4-FFF2-40B4-BE49-F238E27FC236}">
                <a16:creationId xmlns:a16="http://schemas.microsoft.com/office/drawing/2014/main" id="{AA4DBFD1-DAF4-50D6-D759-F7A464D793F8}"/>
              </a:ext>
            </a:extLst>
          </p:cNvPr>
          <p:cNvGrpSpPr/>
          <p:nvPr/>
        </p:nvGrpSpPr>
        <p:grpSpPr>
          <a:xfrm>
            <a:off x="2549316" y="976512"/>
            <a:ext cx="7481092" cy="4911793"/>
            <a:chOff x="2825415" y="855662"/>
            <a:chExt cx="6708451" cy="4911793"/>
          </a:xfrm>
          <a:solidFill>
            <a:schemeClr val="bg1"/>
          </a:solidFill>
          <a:scene3d>
            <a:camera prst="perspectiveRelaxedModerately" fov="3300000">
              <a:rot lat="18000000" lon="10800000" rev="0"/>
            </a:camera>
            <a:lightRig rig="contrasting" dir="t"/>
          </a:scene3d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1C2D173-6EB3-2DCD-9B03-59457377B00A}"/>
                </a:ext>
              </a:extLst>
            </p:cNvPr>
            <p:cNvSpPr/>
            <p:nvPr/>
          </p:nvSpPr>
          <p:spPr>
            <a:xfrm>
              <a:off x="6168096" y="855662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noFill/>
                </a:rPr>
                <a:t>Hal 9</a:t>
              </a:r>
              <a:endParaRPr lang="en-ID" dirty="0">
                <a:noFill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F37B1E5-1269-E773-75B3-09770F700DB2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</p:spTree>
    <p:extLst>
      <p:ext uri="{BB962C8B-B14F-4D97-AF65-F5344CB8AC3E}">
        <p14:creationId xmlns:p14="http://schemas.microsoft.com/office/powerpoint/2010/main" val="1271716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rgbClr val="38799A"/>
            </a:gs>
            <a:gs pos="90000">
              <a:schemeClr val="accent1">
                <a:lumMod val="10000"/>
                <a:lumOff val="9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DA868D-6561-420A-FA04-65F812110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027AACE4-8E3A-E8AE-242D-A1129C8B38CB}"/>
              </a:ext>
            </a:extLst>
          </p:cNvPr>
          <p:cNvGrpSpPr/>
          <p:nvPr/>
        </p:nvGrpSpPr>
        <p:grpSpPr>
          <a:xfrm>
            <a:off x="2485087" y="1633557"/>
            <a:ext cx="7062952" cy="5036533"/>
            <a:chOff x="2564524" y="910733"/>
            <a:chExt cx="7062952" cy="5036533"/>
          </a:xfrm>
          <a:scene3d>
            <a:camera prst="perspectiveRelaxedModerately" fov="3300000">
              <a:rot lat="18000000" lon="0" rev="0"/>
            </a:camera>
            <a:lightRig rig="threePt" dir="t"/>
          </a:scene3d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395624C-CD40-FA4C-0A6E-56617B06A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910733"/>
              <a:ext cx="3531476" cy="5036533"/>
            </a:xfrm>
            <a:prstGeom prst="rect">
              <a:avLst/>
            </a:prstGeom>
            <a:sp3d extrusionH="127000"/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C1CD897-346E-DEAE-88DA-6A4090C73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4524" y="910733"/>
              <a:ext cx="3531476" cy="5036533"/>
            </a:xfrm>
            <a:prstGeom prst="rect">
              <a:avLst/>
            </a:prstGeom>
            <a:ln>
              <a:noFill/>
            </a:ln>
            <a:sp3d extrusionH="127000"/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2E2AAE9E-4BE6-C2F0-4A29-9449B58230F5}"/>
              </a:ext>
            </a:extLst>
          </p:cNvPr>
          <p:cNvGrpSpPr/>
          <p:nvPr/>
        </p:nvGrpSpPr>
        <p:grpSpPr>
          <a:xfrm>
            <a:off x="2772613" y="992093"/>
            <a:ext cx="6731540" cy="4873558"/>
            <a:chOff x="2825415" y="893897"/>
            <a:chExt cx="6731540" cy="4873558"/>
          </a:xfrm>
          <a:solidFill>
            <a:schemeClr val="bg1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617B2A3-EEC1-099F-A440-1778010967A3}"/>
                </a:ext>
              </a:extLst>
            </p:cNvPr>
            <p:cNvSpPr/>
            <p:nvPr/>
          </p:nvSpPr>
          <p:spPr>
            <a:xfrm>
              <a:off x="6191185" y="893897"/>
              <a:ext cx="3365770" cy="4873558"/>
            </a:xfrm>
            <a:prstGeom prst="rect">
              <a:avLst/>
            </a:prstGeom>
            <a:grpFill/>
            <a:ln>
              <a:noFill/>
            </a:ln>
            <a:sp3d extrusionH="762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2B95009-EC1B-BF5E-1652-FD04CA8A8198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 extrusionH="7620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FBE5AE9-B412-BC43-EC2E-F71FA2002DC1}"/>
              </a:ext>
            </a:extLst>
          </p:cNvPr>
          <p:cNvSpPr/>
          <p:nvPr/>
        </p:nvSpPr>
        <p:spPr>
          <a:xfrm>
            <a:off x="6031804" y="910606"/>
            <a:ext cx="125028" cy="5036533"/>
          </a:xfrm>
          <a:prstGeom prst="rect">
            <a:avLst/>
          </a:prstGeom>
          <a:gradFill>
            <a:gsLst>
              <a:gs pos="100000">
                <a:srgbClr val="3F8BB6"/>
              </a:gs>
              <a:gs pos="30000">
                <a:srgbClr val="88D0E8"/>
              </a:gs>
              <a:gs pos="61000">
                <a:srgbClr val="FDD073"/>
              </a:gs>
              <a:gs pos="76000">
                <a:srgbClr val="5CACD8"/>
              </a:gs>
            </a:gsLst>
            <a:lin ang="5400000" scaled="1"/>
          </a:gradFill>
          <a:ln>
            <a:noFill/>
          </a:ln>
          <a:scene3d>
            <a:camera prst="perspectiveRelaxedModerately" fov="3300000">
              <a:rot lat="18000000" lon="0" rev="0"/>
            </a:camera>
            <a:lightRig rig="threePt" dir="t"/>
          </a:scene3d>
          <a:sp3d extrusionH="762000">
            <a:extrusionClr>
              <a:srgbClr val="38799A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BB8F48C-E725-DE4C-FFDA-F2FE4CED6397}"/>
              </a:ext>
            </a:extLst>
          </p:cNvPr>
          <p:cNvGrpSpPr/>
          <p:nvPr/>
        </p:nvGrpSpPr>
        <p:grpSpPr>
          <a:xfrm>
            <a:off x="2837024" y="986898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6869CF3-A6CF-90F3-B813-D973734BB0F8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10</a:t>
              </a:r>
            </a:p>
            <a:p>
              <a:pPr algn="ctr"/>
              <a:endParaRPr lang="en-ID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DBC2954-054E-6B93-B267-39958514FC54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4DFC74D-235F-14ED-B873-3AA5606039BD}"/>
              </a:ext>
            </a:extLst>
          </p:cNvPr>
          <p:cNvGrpSpPr/>
          <p:nvPr/>
        </p:nvGrpSpPr>
        <p:grpSpPr>
          <a:xfrm>
            <a:off x="2838911" y="974842"/>
            <a:ext cx="6677761" cy="4911793"/>
            <a:chOff x="2825415" y="855662"/>
            <a:chExt cx="6708451" cy="4911793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EDEA549-53CE-27E8-3C3E-82A8A556F625}"/>
                </a:ext>
              </a:extLst>
            </p:cNvPr>
            <p:cNvSpPr/>
            <p:nvPr/>
          </p:nvSpPr>
          <p:spPr>
            <a:xfrm>
              <a:off x="6168096" y="855662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9</a:t>
              </a:r>
              <a:endParaRPr lang="en-ID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47116C6-655B-4809-C29C-881EA5C1D308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DDB4420-91F8-B2B6-79DA-A1C3F6901898}"/>
              </a:ext>
            </a:extLst>
          </p:cNvPr>
          <p:cNvGrpSpPr/>
          <p:nvPr/>
        </p:nvGrpSpPr>
        <p:grpSpPr>
          <a:xfrm>
            <a:off x="2840269" y="979437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C68C54A-C3B2-57CE-D95A-E19BECDEFDAF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8</a:t>
              </a:r>
              <a:endParaRPr lang="en-ID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5F02E0B-988E-61E2-C8BE-EAE41DE78990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00FD01F-26F4-9624-5F5A-B2D7AA711F7F}"/>
              </a:ext>
            </a:extLst>
          </p:cNvPr>
          <p:cNvGrpSpPr/>
          <p:nvPr/>
        </p:nvGrpSpPr>
        <p:grpSpPr>
          <a:xfrm>
            <a:off x="2836151" y="983274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44866C1-F139-A767-2B8F-8F75E4F88E08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7</a:t>
              </a:r>
              <a:endParaRPr lang="en-ID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7537FA7-7B2D-66DC-5086-6EFEC782BB29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6239128-2C55-6A15-07D5-79822782382F}"/>
              </a:ext>
            </a:extLst>
          </p:cNvPr>
          <p:cNvGrpSpPr/>
          <p:nvPr/>
        </p:nvGrpSpPr>
        <p:grpSpPr>
          <a:xfrm>
            <a:off x="2839671" y="986911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A569A5C-F23D-E776-2447-2F96C711DFA0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6</a:t>
              </a:r>
              <a:endParaRPr lang="en-ID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5DCB07F-31D9-3FE5-2AE0-3ABD10877A3D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5930942-DA07-24DC-AD17-239584B6F7E8}"/>
              </a:ext>
            </a:extLst>
          </p:cNvPr>
          <p:cNvGrpSpPr/>
          <p:nvPr/>
        </p:nvGrpSpPr>
        <p:grpSpPr>
          <a:xfrm>
            <a:off x="2837278" y="979237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A69291E-8037-D623-9ABA-48C70A152EFF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5</a:t>
              </a:r>
              <a:endParaRPr lang="en-ID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F76441F-7E5B-2C8A-3C10-3AE6A55EA59D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D374E78-1AE1-2D2C-3FFC-ABC07B6B1AAD}"/>
              </a:ext>
            </a:extLst>
          </p:cNvPr>
          <p:cNvGrpSpPr/>
          <p:nvPr/>
        </p:nvGrpSpPr>
        <p:grpSpPr>
          <a:xfrm>
            <a:off x="2847642" y="988798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E170912-9D0A-C3E5-D97D-B0E980DCF717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4</a:t>
              </a:r>
              <a:endParaRPr lang="en-ID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283287B-9BC4-64A3-BEA0-E14EBA998781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4018C0B-98B4-1889-31DE-B32484956364}"/>
              </a:ext>
            </a:extLst>
          </p:cNvPr>
          <p:cNvGrpSpPr/>
          <p:nvPr/>
        </p:nvGrpSpPr>
        <p:grpSpPr>
          <a:xfrm>
            <a:off x="2853077" y="984792"/>
            <a:ext cx="6668617" cy="4885192"/>
            <a:chOff x="2825415" y="882263"/>
            <a:chExt cx="6699265" cy="4885192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699B52F-962F-0469-118D-025392FBFAC4}"/>
                </a:ext>
              </a:extLst>
            </p:cNvPr>
            <p:cNvSpPr/>
            <p:nvPr/>
          </p:nvSpPr>
          <p:spPr>
            <a:xfrm>
              <a:off x="6158910" y="882263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3</a:t>
              </a:r>
              <a:endParaRPr lang="en-ID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D387FB3-EB54-79B7-6B90-1AF6351DBC56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9939D011-96EB-848C-3897-BFF825FB13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282"/>
          <a:stretch>
            <a:fillRect/>
          </a:stretch>
        </p:blipFill>
        <p:spPr>
          <a:xfrm rot="20128539" flipV="1">
            <a:off x="6715473" y="3015199"/>
            <a:ext cx="2092042" cy="513191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DFF26B3-53EE-73A3-8246-413EAD443CE7}"/>
              </a:ext>
            </a:extLst>
          </p:cNvPr>
          <p:cNvSpPr/>
          <p:nvPr/>
        </p:nvSpPr>
        <p:spPr>
          <a:xfrm rot="8917538">
            <a:off x="6784847" y="3694453"/>
            <a:ext cx="2482150" cy="271296"/>
          </a:xfrm>
          <a:prstGeom prst="roundRect">
            <a:avLst/>
          </a:prstGeom>
          <a:solidFill>
            <a:srgbClr val="F5D5A4"/>
          </a:solidFill>
          <a:ln>
            <a:noFill/>
          </a:ln>
          <a:scene3d>
            <a:camera prst="obliqueTopLef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ID" sz="200" dirty="0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Nabi Nuh dan </a:t>
            </a:r>
            <a:r>
              <a:rPr lang="en-ID" sz="200" dirty="0" err="1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pengikutnya</a:t>
            </a:r>
            <a:r>
              <a:rPr lang="en-ID" sz="200" dirty="0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ID" sz="200" dirty="0" err="1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memulai</a:t>
            </a:r>
            <a:r>
              <a:rPr lang="en-ID" sz="200" dirty="0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ID" sz="200" dirty="0" err="1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hidup</a:t>
            </a:r>
            <a:r>
              <a:rPr lang="en-ID" sz="200" dirty="0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ID" sz="200" dirty="0" err="1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baru</a:t>
            </a:r>
            <a:r>
              <a:rPr lang="en-ID" sz="200" dirty="0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di </a:t>
            </a:r>
            <a:r>
              <a:rPr lang="en-ID" sz="200" dirty="0" err="1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tempat</a:t>
            </a:r>
            <a:r>
              <a:rPr lang="en-ID" sz="200" dirty="0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yang </a:t>
            </a:r>
            <a:r>
              <a:rPr lang="en-ID" sz="200" dirty="0" err="1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baru</a:t>
            </a:r>
            <a:r>
              <a:rPr lang="en-ID" sz="200" dirty="0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. </a:t>
            </a:r>
            <a:r>
              <a:rPr lang="en-ID" sz="200" dirty="0" err="1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Mereka</a:t>
            </a:r>
            <a:r>
              <a:rPr lang="en-ID" sz="200" dirty="0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ID" sz="200" dirty="0" err="1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berjanji</a:t>
            </a:r>
            <a:r>
              <a:rPr lang="en-ID" sz="200" dirty="0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ID" sz="200" dirty="0" err="1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untuk</a:t>
            </a:r>
            <a:r>
              <a:rPr lang="en-ID" sz="200" dirty="0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ID" sz="200" dirty="0" err="1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selalu</a:t>
            </a:r>
            <a:r>
              <a:rPr lang="en-ID" sz="200" dirty="0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ID" sz="200" dirty="0" err="1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bertauhid</a:t>
            </a:r>
            <a:r>
              <a:rPr lang="en-ID" sz="200" dirty="0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en-ID" sz="200" dirty="0" err="1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hanya</a:t>
            </a:r>
            <a:r>
              <a:rPr lang="en-ID" sz="200" dirty="0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ID" sz="200" dirty="0" err="1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menyembah</a:t>
            </a:r>
            <a:r>
              <a:rPr lang="en-ID" sz="200" dirty="0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Allah dan </a:t>
            </a:r>
            <a:r>
              <a:rPr lang="en-ID" sz="200" dirty="0" err="1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tidak</a:t>
            </a:r>
            <a:r>
              <a:rPr lang="en-ID" sz="200" dirty="0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ID" sz="200" dirty="0" err="1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mempersekutukan</a:t>
            </a:r>
            <a:r>
              <a:rPr lang="en-ID" sz="200" dirty="0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-Nya. Kita </a:t>
            </a:r>
            <a:r>
              <a:rPr lang="en-ID" sz="200" dirty="0" err="1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harus</a:t>
            </a:r>
            <a:r>
              <a:rPr lang="en-ID" sz="200" dirty="0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ID" sz="200" dirty="0" err="1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meneladani</a:t>
            </a:r>
            <a:r>
              <a:rPr lang="en-ID" sz="200" dirty="0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ID" sz="200" dirty="0" err="1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kesabaran</a:t>
            </a:r>
            <a:r>
              <a:rPr lang="en-ID" sz="200" dirty="0">
                <a:solidFill>
                  <a:srgbClr val="996633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Nabi Nuh..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AB9B802-5106-641E-4B9A-DC4A3EB0494C}"/>
              </a:ext>
            </a:extLst>
          </p:cNvPr>
          <p:cNvGrpSpPr/>
          <p:nvPr/>
        </p:nvGrpSpPr>
        <p:grpSpPr>
          <a:xfrm>
            <a:off x="2848760" y="993613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8E0FA37A-48C6-6649-F519-867F080466E3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2</a:t>
              </a:r>
              <a:endParaRPr lang="en-ID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CBD9EEA-489C-3907-6AA4-018B5B752F90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B609EA1-9F66-B0E6-AB5D-B081DE707CA6}"/>
              </a:ext>
            </a:extLst>
          </p:cNvPr>
          <p:cNvGrpSpPr/>
          <p:nvPr/>
        </p:nvGrpSpPr>
        <p:grpSpPr>
          <a:xfrm>
            <a:off x="2842121" y="973701"/>
            <a:ext cx="6677761" cy="4880620"/>
            <a:chOff x="2825415" y="886835"/>
            <a:chExt cx="6708451" cy="4880620"/>
          </a:xfrm>
          <a:solidFill>
            <a:srgbClr val="5CACD8"/>
          </a:solidFill>
          <a:scene3d>
            <a:camera prst="perspectiveRelaxedModerately" fov="3300000">
              <a:rot lat="18000000" lon="0" rev="0"/>
            </a:camera>
            <a:lightRig rig="threePt" dir="t"/>
          </a:scene3d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2B9FB8B-4608-5957-6ED7-6E9D9F8796BE}"/>
                </a:ext>
              </a:extLst>
            </p:cNvPr>
            <p:cNvSpPr/>
            <p:nvPr/>
          </p:nvSpPr>
          <p:spPr>
            <a:xfrm>
              <a:off x="6168096" y="886835"/>
              <a:ext cx="3365770" cy="487355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Hal 1</a:t>
              </a:r>
              <a:endParaRPr lang="en-ID" dirty="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AF95569-A3F5-A019-CC28-028D90493173}"/>
                </a:ext>
              </a:extLst>
            </p:cNvPr>
            <p:cNvSpPr/>
            <p:nvPr/>
          </p:nvSpPr>
          <p:spPr>
            <a:xfrm>
              <a:off x="2825415" y="893897"/>
              <a:ext cx="3365770" cy="4873558"/>
            </a:xfrm>
            <a:prstGeom prst="rect">
              <a:avLst/>
            </a:prstGeom>
            <a:noFill/>
            <a:ln>
              <a:noFill/>
            </a:ln>
            <a:sp3d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</p:grpSp>
      <p:grpSp>
        <p:nvGrpSpPr>
          <p:cNvPr id="2" name="cover">
            <a:extLst>
              <a:ext uri="{FF2B5EF4-FFF2-40B4-BE49-F238E27FC236}">
                <a16:creationId xmlns:a16="http://schemas.microsoft.com/office/drawing/2014/main" id="{34569425-B294-8F55-0DAF-57384F38159B}"/>
              </a:ext>
            </a:extLst>
          </p:cNvPr>
          <p:cNvGrpSpPr/>
          <p:nvPr/>
        </p:nvGrpSpPr>
        <p:grpSpPr>
          <a:xfrm>
            <a:off x="2497600" y="877848"/>
            <a:ext cx="7050652" cy="5085733"/>
            <a:chOff x="2564524" y="861533"/>
            <a:chExt cx="7050652" cy="5085733"/>
          </a:xfrm>
          <a:scene3d>
            <a:camera prst="perspectiveRelaxedModerately" fov="3300000">
              <a:rot lat="18000000" lon="0" rev="0"/>
            </a:camera>
            <a:lightRig rig="threePt" dir="t"/>
          </a:scene3d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20C6148-274D-DB1E-EA1D-2DDD8CE671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83700" y="861533"/>
              <a:ext cx="3531476" cy="5036533"/>
            </a:xfrm>
            <a:prstGeom prst="rect">
              <a:avLst/>
            </a:prstGeom>
            <a:sp3d extrusionH="127000"/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66398B7-2AE8-BB4A-47CD-7058C6BAF8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4524" y="910733"/>
              <a:ext cx="3531476" cy="5036533"/>
            </a:xfrm>
            <a:prstGeom prst="rect">
              <a:avLst/>
            </a:prstGeom>
            <a:ln>
              <a:noFill/>
            </a:ln>
            <a:sp3d extrusionH="127000"/>
          </p:spPr>
        </p:pic>
      </p:grpSp>
    </p:spTree>
    <p:extLst>
      <p:ext uri="{BB962C8B-B14F-4D97-AF65-F5344CB8AC3E}">
        <p14:creationId xmlns:p14="http://schemas.microsoft.com/office/powerpoint/2010/main" val="3601502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DA176"/>
        </a:solidFill>
        <a:ln>
          <a:noFill/>
        </a:ln>
        <a:scene3d>
          <a:camera prst="obliqueTopLeft"/>
          <a:lightRig rig="threePt" dir="t"/>
        </a:scene3d>
      </a:spPr>
      <a:bodyPr rtlCol="0" anchor="ctr"/>
      <a:lstStyle>
        <a:defPPr algn="ctr">
          <a:defRPr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</TotalTime>
  <Words>272</Words>
  <Application>Microsoft Office PowerPoint</Application>
  <PresentationFormat>Widescreen</PresentationFormat>
  <Paragraphs>121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Aharoni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pratiwi tarida</dc:creator>
  <cp:lastModifiedBy>pratiwi tarida</cp:lastModifiedBy>
  <cp:revision>5</cp:revision>
  <dcterms:created xsi:type="dcterms:W3CDTF">2026-02-28T03:26:27Z</dcterms:created>
  <dcterms:modified xsi:type="dcterms:W3CDTF">2026-03-05T08:21:40Z</dcterms:modified>
</cp:coreProperties>
</file>